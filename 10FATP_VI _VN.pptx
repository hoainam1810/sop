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8766" y="939038"/>
            <a:ext cx="690880" cy="257810"/>
          </a:xfrm>
          <a:custGeom>
            <a:avLst/>
            <a:gdLst/>
            <a:ahLst/>
            <a:cxnLst/>
            <a:rect l="l" t="t" r="r" b="b"/>
            <a:pathLst>
              <a:path w="690880" h="257809">
                <a:moveTo>
                  <a:pt x="690372" y="0"/>
                </a:moveTo>
                <a:lnTo>
                  <a:pt x="0" y="0"/>
                </a:lnTo>
                <a:lnTo>
                  <a:pt x="0" y="257555"/>
                </a:lnTo>
                <a:lnTo>
                  <a:pt x="690372" y="257555"/>
                </a:lnTo>
                <a:lnTo>
                  <a:pt x="690372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21205" y="939038"/>
            <a:ext cx="946785" cy="257810"/>
          </a:xfrm>
          <a:custGeom>
            <a:avLst/>
            <a:gdLst/>
            <a:ahLst/>
            <a:cxnLst/>
            <a:rect l="l" t="t" r="r" b="b"/>
            <a:pathLst>
              <a:path w="946785" h="257809">
                <a:moveTo>
                  <a:pt x="946404" y="0"/>
                </a:moveTo>
                <a:lnTo>
                  <a:pt x="0" y="0"/>
                </a:lnTo>
                <a:lnTo>
                  <a:pt x="0" y="257555"/>
                </a:lnTo>
                <a:lnTo>
                  <a:pt x="946404" y="257555"/>
                </a:lnTo>
                <a:lnTo>
                  <a:pt x="946404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369942" y="939038"/>
            <a:ext cx="1020444" cy="257810"/>
          </a:xfrm>
          <a:custGeom>
            <a:avLst/>
            <a:gdLst/>
            <a:ahLst/>
            <a:cxnLst/>
            <a:rect l="l" t="t" r="r" b="b"/>
            <a:pathLst>
              <a:path w="1020445" h="257809">
                <a:moveTo>
                  <a:pt x="1019858" y="0"/>
                </a:moveTo>
                <a:lnTo>
                  <a:pt x="0" y="0"/>
                </a:lnTo>
                <a:lnTo>
                  <a:pt x="0" y="257555"/>
                </a:lnTo>
                <a:lnTo>
                  <a:pt x="1019858" y="257555"/>
                </a:lnTo>
                <a:lnTo>
                  <a:pt x="101985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6057265" y="939038"/>
            <a:ext cx="1498600" cy="257810"/>
          </a:xfrm>
          <a:custGeom>
            <a:avLst/>
            <a:gdLst/>
            <a:ahLst/>
            <a:cxnLst/>
            <a:rect l="l" t="t" r="r" b="b"/>
            <a:pathLst>
              <a:path w="1498600" h="257809">
                <a:moveTo>
                  <a:pt x="1498346" y="0"/>
                </a:moveTo>
                <a:lnTo>
                  <a:pt x="0" y="0"/>
                </a:lnTo>
                <a:lnTo>
                  <a:pt x="0" y="257555"/>
                </a:lnTo>
                <a:lnTo>
                  <a:pt x="1498346" y="257555"/>
                </a:lnTo>
                <a:lnTo>
                  <a:pt x="1498346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470138" y="939038"/>
            <a:ext cx="658495" cy="257810"/>
          </a:xfrm>
          <a:custGeom>
            <a:avLst/>
            <a:gdLst/>
            <a:ahLst/>
            <a:cxnLst/>
            <a:rect l="l" t="t" r="r" b="b"/>
            <a:pathLst>
              <a:path w="658495" h="257809">
                <a:moveTo>
                  <a:pt x="658368" y="0"/>
                </a:moveTo>
                <a:lnTo>
                  <a:pt x="0" y="0"/>
                </a:lnTo>
                <a:lnTo>
                  <a:pt x="0" y="257555"/>
                </a:lnTo>
                <a:lnTo>
                  <a:pt x="658368" y="257555"/>
                </a:lnTo>
                <a:lnTo>
                  <a:pt x="658368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96730" y="939038"/>
            <a:ext cx="360045" cy="257810"/>
          </a:xfrm>
          <a:custGeom>
            <a:avLst/>
            <a:gdLst/>
            <a:ahLst/>
            <a:cxnLst/>
            <a:rect l="l" t="t" r="r" b="b"/>
            <a:pathLst>
              <a:path w="360045" h="257809">
                <a:moveTo>
                  <a:pt x="359967" y="0"/>
                </a:moveTo>
                <a:lnTo>
                  <a:pt x="0" y="0"/>
                </a:lnTo>
                <a:lnTo>
                  <a:pt x="0" y="257555"/>
                </a:lnTo>
                <a:lnTo>
                  <a:pt x="359967" y="257555"/>
                </a:lnTo>
                <a:lnTo>
                  <a:pt x="359967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6567" y="1005052"/>
            <a:ext cx="32194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Sản</a:t>
            </a:r>
            <a:r>
              <a:rPr dirty="0" sz="550" spc="2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20" b="1">
                <a:solidFill>
                  <a:srgbClr val="0000FF"/>
                </a:solidFill>
                <a:latin typeface="Times New Roman"/>
                <a:cs typeface="Times New Roman"/>
              </a:rPr>
              <a:t>phẩm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8274" y="1005052"/>
            <a:ext cx="36068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 b="1">
                <a:latin typeface="Times New Roman"/>
                <a:cs typeface="Times New Roman"/>
              </a:rPr>
              <a:t>SFG024965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4829" y="1005052"/>
            <a:ext cx="34734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Công</a:t>
            </a:r>
            <a:r>
              <a:rPr dirty="0" sz="550" spc="4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20" b="1">
                <a:solidFill>
                  <a:srgbClr val="0000FF"/>
                </a:solidFill>
                <a:latin typeface="Times New Roman"/>
                <a:cs typeface="Times New Roman"/>
              </a:rPr>
              <a:t>đoạn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9804" y="1190980"/>
            <a:ext cx="43434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10" b="1">
                <a:solidFill>
                  <a:srgbClr val="0000FF"/>
                </a:solidFill>
                <a:latin typeface="Times New Roman"/>
                <a:cs typeface="Times New Roman"/>
              </a:rPr>
              <a:t>Hình biểu</a:t>
            </a:r>
            <a:r>
              <a:rPr dirty="0" sz="500" spc="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 b="1">
                <a:solidFill>
                  <a:srgbClr val="0000FF"/>
                </a:solidFill>
                <a:latin typeface="Times New Roman"/>
                <a:cs typeface="Times New Roman"/>
              </a:rPr>
              <a:t>thị</a:t>
            </a:r>
            <a:r>
              <a:rPr dirty="0" sz="500" spc="-20">
                <a:latin typeface="Malgun Gothic"/>
                <a:cs typeface="Malgun Gothic"/>
              </a:rPr>
              <a:t>：</a:t>
            </a:r>
            <a:endParaRPr sz="5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941" y="1256500"/>
            <a:ext cx="452120" cy="184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ts val="655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Mã</a:t>
            </a:r>
            <a:r>
              <a:rPr dirty="0" sz="550" spc="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20" b="1">
                <a:solidFill>
                  <a:srgbClr val="0000FF"/>
                </a:solidFill>
                <a:latin typeface="Times New Roman"/>
                <a:cs typeface="Times New Roman"/>
              </a:rPr>
              <a:t>liệu</a:t>
            </a:r>
            <a:endParaRPr sz="550">
              <a:latin typeface="Times New Roman"/>
              <a:cs typeface="Times New Roman"/>
            </a:endParaRPr>
          </a:p>
          <a:p>
            <a:pPr algn="ctr">
              <a:lnSpc>
                <a:spcPts val="595"/>
              </a:lnSpc>
            </a:pPr>
            <a:r>
              <a:rPr dirty="0" sz="500">
                <a:solidFill>
                  <a:srgbClr val="0C0C0C"/>
                </a:solidFill>
                <a:latin typeface="Times New Roman"/>
                <a:cs typeface="Times New Roman"/>
              </a:rPr>
              <a:t>060106-</a:t>
            </a:r>
            <a:r>
              <a:rPr dirty="0" sz="500" spc="-10">
                <a:solidFill>
                  <a:srgbClr val="0C0C0C"/>
                </a:solidFill>
                <a:latin typeface="Times New Roman"/>
                <a:cs typeface="Times New Roman"/>
              </a:rPr>
              <a:t>2130003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443" y="1264132"/>
            <a:ext cx="26225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Tên</a:t>
            </a:r>
            <a:r>
              <a:rPr dirty="0" sz="550" spc="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20" b="1">
                <a:solidFill>
                  <a:srgbClr val="0000FF"/>
                </a:solidFill>
                <a:latin typeface="Times New Roman"/>
                <a:cs typeface="Times New Roman"/>
              </a:rPr>
              <a:t>liệu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5309" y="1264132"/>
            <a:ext cx="28829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Số</a:t>
            </a:r>
            <a:r>
              <a:rPr dirty="0" sz="550" spc="2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10" b="1">
                <a:solidFill>
                  <a:srgbClr val="0000FF"/>
                </a:solidFill>
                <a:latin typeface="Times New Roman"/>
                <a:cs typeface="Times New Roman"/>
              </a:rPr>
              <a:t>lượng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33701" y="1344053"/>
            <a:ext cx="12890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solidFill>
                  <a:srgbClr val="0C0C0C"/>
                </a:solidFill>
                <a:latin typeface="Times New Roman"/>
                <a:cs typeface="Times New Roman"/>
              </a:rPr>
              <a:t>N/A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0946" y="1511020"/>
            <a:ext cx="28765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Qui</a:t>
            </a:r>
            <a:r>
              <a:rPr dirty="0" sz="550" spc="2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20" b="1">
                <a:solidFill>
                  <a:srgbClr val="0000FF"/>
                </a:solidFill>
                <a:latin typeface="Times New Roman"/>
                <a:cs typeface="Times New Roman"/>
              </a:rPr>
              <a:t>cách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4578" y="1343545"/>
            <a:ext cx="516890" cy="184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595"/>
              </a:lnSpc>
              <a:spcBef>
                <a:spcPts val="100"/>
              </a:spcBef>
            </a:pPr>
            <a:r>
              <a:rPr dirty="0" sz="500" spc="-10">
                <a:solidFill>
                  <a:srgbClr val="0C0C0C"/>
                </a:solidFill>
                <a:latin typeface="Times New Roman"/>
                <a:cs typeface="Times New Roman"/>
              </a:rPr>
              <a:t>Dung</a:t>
            </a:r>
            <a:r>
              <a:rPr dirty="0" sz="500" spc="-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C0C0C"/>
                </a:solidFill>
                <a:latin typeface="Times New Roman"/>
                <a:cs typeface="Times New Roman"/>
              </a:rPr>
              <a:t>dịch IPA</a:t>
            </a:r>
            <a:r>
              <a:rPr dirty="0" sz="500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C0C0C"/>
                </a:solidFill>
                <a:latin typeface="Times New Roman"/>
                <a:cs typeface="Times New Roman"/>
              </a:rPr>
              <a:t>90%</a:t>
            </a:r>
            <a:endParaRPr sz="500">
              <a:latin typeface="Times New Roman"/>
              <a:cs typeface="Times New Roman"/>
            </a:endParaRPr>
          </a:p>
          <a:p>
            <a:pPr algn="r" marR="8255">
              <a:lnSpc>
                <a:spcPts val="655"/>
              </a:lnSpc>
            </a:pPr>
            <a:r>
              <a:rPr dirty="0" sz="550" b="1">
                <a:latin typeface="Times New Roman"/>
                <a:cs typeface="Times New Roman"/>
              </a:rPr>
              <a:t>Thiết</a:t>
            </a:r>
            <a:r>
              <a:rPr dirty="0" sz="550" spc="25" b="1">
                <a:latin typeface="Times New Roman"/>
                <a:cs typeface="Times New Roman"/>
              </a:rPr>
              <a:t> </a:t>
            </a:r>
            <a:r>
              <a:rPr dirty="0" sz="550" spc="-25" b="1">
                <a:latin typeface="Times New Roman"/>
                <a:cs typeface="Times New Roman"/>
              </a:rPr>
              <a:t>bị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3707" y="1504924"/>
            <a:ext cx="37211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Tên thiết</a:t>
            </a:r>
            <a:r>
              <a:rPr dirty="0" sz="550" spc="1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25" b="1">
                <a:solidFill>
                  <a:srgbClr val="0000FF"/>
                </a:solidFill>
                <a:latin typeface="Times New Roman"/>
                <a:cs typeface="Times New Roman"/>
              </a:rPr>
              <a:t>bị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9881" y="1506448"/>
            <a:ext cx="28829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Số</a:t>
            </a:r>
            <a:r>
              <a:rPr dirty="0" sz="550" spc="2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10" b="1">
                <a:solidFill>
                  <a:srgbClr val="0000FF"/>
                </a:solidFill>
                <a:latin typeface="Times New Roman"/>
                <a:cs typeface="Times New Roman"/>
              </a:rPr>
              <a:t>lượng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3547" y="1595513"/>
            <a:ext cx="12890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latin typeface="Times New Roman"/>
                <a:cs typeface="Times New Roman"/>
              </a:rPr>
              <a:t>10X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70277" y="1590941"/>
            <a:ext cx="5715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5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69643" y="1673237"/>
            <a:ext cx="12890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latin typeface="Times New Roman"/>
                <a:cs typeface="Times New Roman"/>
              </a:rPr>
              <a:t>N/A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70277" y="1673237"/>
            <a:ext cx="5715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5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8383" y="1753133"/>
            <a:ext cx="23177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Times New Roman"/>
                <a:cs typeface="Times New Roman"/>
              </a:rPr>
              <a:t>Vải</a:t>
            </a:r>
            <a:r>
              <a:rPr dirty="0" sz="500" spc="-45">
                <a:latin typeface="Times New Roman"/>
                <a:cs typeface="Times New Roman"/>
              </a:rPr>
              <a:t> </a:t>
            </a:r>
            <a:r>
              <a:rPr dirty="0" sz="500" spc="-20">
                <a:latin typeface="Times New Roman"/>
                <a:cs typeface="Times New Roman"/>
              </a:rPr>
              <a:t>sạch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2222" y="1590941"/>
            <a:ext cx="3683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6360" marR="5080" indent="-73660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latin typeface="Times New Roman"/>
                <a:cs typeface="Times New Roman"/>
              </a:rPr>
              <a:t>đèn phóng</a:t>
            </a:r>
            <a:r>
              <a:rPr dirty="0" sz="500">
                <a:latin typeface="Times New Roman"/>
                <a:cs typeface="Times New Roman"/>
              </a:rPr>
              <a:t> </a:t>
            </a:r>
            <a:r>
              <a:rPr dirty="0" sz="500" spc="-35">
                <a:latin typeface="Times New Roman"/>
                <a:cs typeface="Times New Roman"/>
              </a:rPr>
              <a:t>đại</a:t>
            </a:r>
            <a:r>
              <a:rPr dirty="0" sz="500" spc="500">
                <a:latin typeface="Times New Roman"/>
                <a:cs typeface="Times New Roman"/>
              </a:rPr>
              <a:t> </a:t>
            </a:r>
            <a:r>
              <a:rPr dirty="0" sz="500" spc="-10">
                <a:latin typeface="Times New Roman"/>
                <a:cs typeface="Times New Roman"/>
              </a:rPr>
              <a:t>thước</a:t>
            </a:r>
            <a:r>
              <a:rPr dirty="0" sz="500" spc="-20">
                <a:latin typeface="Times New Roman"/>
                <a:cs typeface="Times New Roman"/>
              </a:rPr>
              <a:t> </a:t>
            </a:r>
            <a:r>
              <a:rPr dirty="0" sz="500" spc="-25">
                <a:latin typeface="Times New Roman"/>
                <a:cs typeface="Times New Roman"/>
              </a:rPr>
              <a:t>lá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8958" y="1786470"/>
            <a:ext cx="95821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3130" algn="l"/>
              </a:tabLst>
            </a:pPr>
            <a:r>
              <a:rPr dirty="0" sz="500" spc="-25">
                <a:latin typeface="Times New Roman"/>
                <a:cs typeface="Times New Roman"/>
              </a:rPr>
              <a:t>N/A</a:t>
            </a:r>
            <a:r>
              <a:rPr dirty="0" sz="500">
                <a:latin typeface="Times New Roman"/>
                <a:cs typeface="Times New Roman"/>
              </a:rPr>
              <a:t>	</a:t>
            </a:r>
            <a:r>
              <a:rPr dirty="0" sz="500" spc="-5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63546" y="749946"/>
            <a:ext cx="3104515" cy="1856739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051685" marR="5080" indent="40640">
              <a:lnSpc>
                <a:spcPct val="102000"/>
              </a:lnSpc>
              <a:spcBef>
                <a:spcPts val="85"/>
              </a:spcBef>
            </a:pPr>
            <a:r>
              <a:rPr dirty="0" sz="500" spc="-10" b="1">
                <a:latin typeface="Times New Roman"/>
                <a:cs typeface="Times New Roman"/>
              </a:rPr>
              <a:t>Foxconn</a:t>
            </a:r>
            <a:r>
              <a:rPr dirty="0" sz="500" spc="15" b="1">
                <a:latin typeface="Times New Roman"/>
                <a:cs typeface="Times New Roman"/>
              </a:rPr>
              <a:t> </a:t>
            </a:r>
            <a:r>
              <a:rPr dirty="0" sz="500" spc="-10" b="1">
                <a:latin typeface="Times New Roman"/>
                <a:cs typeface="Times New Roman"/>
              </a:rPr>
              <a:t>Industrial</a:t>
            </a:r>
            <a:r>
              <a:rPr dirty="0" sz="500" spc="20" b="1">
                <a:latin typeface="Times New Roman"/>
                <a:cs typeface="Times New Roman"/>
              </a:rPr>
              <a:t> </a:t>
            </a:r>
            <a:r>
              <a:rPr dirty="0" sz="500" spc="-10" b="1">
                <a:latin typeface="Times New Roman"/>
                <a:cs typeface="Times New Roman"/>
              </a:rPr>
              <a:t>Internet</a:t>
            </a:r>
            <a:r>
              <a:rPr dirty="0" sz="500" spc="20" b="1">
                <a:latin typeface="Times New Roman"/>
                <a:cs typeface="Times New Roman"/>
              </a:rPr>
              <a:t> </a:t>
            </a:r>
            <a:r>
              <a:rPr dirty="0" sz="500" spc="-10" b="1">
                <a:latin typeface="Times New Roman"/>
                <a:cs typeface="Times New Roman"/>
              </a:rPr>
              <a:t>Co.,Ltd</a:t>
            </a:r>
            <a:r>
              <a:rPr dirty="0" sz="500" spc="500" b="1"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CC"/>
                </a:solidFill>
                <a:latin typeface="Times New Roman"/>
                <a:cs typeface="Times New Roman"/>
              </a:rPr>
              <a:t>QUI</a:t>
            </a:r>
            <a:r>
              <a:rPr dirty="0" sz="500" spc="-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500" spc="-20" b="1">
                <a:solidFill>
                  <a:srgbClr val="0000CC"/>
                </a:solidFill>
                <a:latin typeface="Times New Roman"/>
                <a:cs typeface="Times New Roman"/>
              </a:rPr>
              <a:t>ĐỊNH</a:t>
            </a:r>
            <a:r>
              <a:rPr dirty="0" sz="500" spc="-10" b="1">
                <a:solidFill>
                  <a:srgbClr val="0000CC"/>
                </a:solidFill>
                <a:latin typeface="Times New Roman"/>
                <a:cs typeface="Times New Roman"/>
              </a:rPr>
              <a:t> THAO</a:t>
            </a:r>
            <a:r>
              <a:rPr dirty="0" sz="500" spc="-1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500" spc="-10" b="1">
                <a:solidFill>
                  <a:srgbClr val="0000CC"/>
                </a:solidFill>
                <a:latin typeface="Times New Roman"/>
                <a:cs typeface="Times New Roman"/>
              </a:rPr>
              <a:t>TÁC</a:t>
            </a:r>
            <a:r>
              <a:rPr dirty="0" sz="500" spc="-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500" spc="-20" b="1">
                <a:solidFill>
                  <a:srgbClr val="0000CC"/>
                </a:solidFill>
                <a:latin typeface="Times New Roman"/>
                <a:cs typeface="Times New Roman"/>
              </a:rPr>
              <a:t>TIÊU</a:t>
            </a:r>
            <a:r>
              <a:rPr dirty="0" sz="500" spc="-15" b="1">
                <a:solidFill>
                  <a:srgbClr val="0000CC"/>
                </a:solidFill>
                <a:latin typeface="Times New Roman"/>
                <a:cs typeface="Times New Roman"/>
              </a:rPr>
              <a:t> CHUẨN</a:t>
            </a: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500">
              <a:latin typeface="Times New Roman"/>
              <a:cs typeface="Times New Roman"/>
            </a:endParaRPr>
          </a:p>
          <a:p>
            <a:pPr marL="467359">
              <a:lnSpc>
                <a:spcPct val="100000"/>
              </a:lnSpc>
              <a:tabLst>
                <a:tab pos="2153920" algn="l"/>
              </a:tabLst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Kiểm</a:t>
            </a:r>
            <a:r>
              <a:rPr dirty="0" sz="550" spc="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tra</a:t>
            </a:r>
            <a:r>
              <a:rPr dirty="0" sz="550" spc="2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ngoại</a:t>
            </a:r>
            <a:r>
              <a:rPr dirty="0" sz="550" spc="1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10" b="1">
                <a:solidFill>
                  <a:srgbClr val="0000FF"/>
                </a:solidFill>
                <a:latin typeface="Times New Roman"/>
                <a:cs typeface="Times New Roman"/>
              </a:rPr>
              <a:t>quan_FATP_VI</a:t>
            </a: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	Thiết</a:t>
            </a:r>
            <a:r>
              <a:rPr dirty="0" sz="550" spc="3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bị,</a:t>
            </a:r>
            <a:r>
              <a:rPr dirty="0" sz="550" spc="30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dụng</a:t>
            </a:r>
            <a:r>
              <a:rPr dirty="0" sz="550" spc="3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25" b="1">
                <a:solidFill>
                  <a:srgbClr val="0000FF"/>
                </a:solidFill>
                <a:latin typeface="Times New Roman"/>
                <a:cs typeface="Times New Roman"/>
              </a:rPr>
              <a:t>cụ</a:t>
            </a: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55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</a:pPr>
            <a:r>
              <a:rPr dirty="0" sz="500" spc="-10" b="1">
                <a:solidFill>
                  <a:srgbClr val="0000CC"/>
                </a:solidFill>
                <a:latin typeface="Times New Roman"/>
                <a:cs typeface="Times New Roman"/>
              </a:rPr>
              <a:t>Các</a:t>
            </a:r>
            <a:r>
              <a:rPr dirty="0" sz="500" spc="-2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500" spc="-10" b="1">
                <a:solidFill>
                  <a:srgbClr val="0000CC"/>
                </a:solidFill>
                <a:latin typeface="Times New Roman"/>
                <a:cs typeface="Times New Roman"/>
              </a:rPr>
              <a:t>bước</a:t>
            </a:r>
            <a:r>
              <a:rPr dirty="0" sz="500" spc="-15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500" b="1">
                <a:solidFill>
                  <a:srgbClr val="0000CC"/>
                </a:solidFill>
                <a:latin typeface="Times New Roman"/>
                <a:cs typeface="Times New Roman"/>
              </a:rPr>
              <a:t>thao</a:t>
            </a:r>
            <a:r>
              <a:rPr dirty="0" sz="500" spc="-10" b="1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dirty="0" sz="500" spc="-20" b="1">
                <a:solidFill>
                  <a:srgbClr val="0000CC"/>
                </a:solidFill>
                <a:latin typeface="Times New Roman"/>
                <a:cs typeface="Times New Roman"/>
              </a:rPr>
              <a:t>tác:</a:t>
            </a:r>
            <a:endParaRPr sz="500">
              <a:latin typeface="Times New Roman"/>
              <a:cs typeface="Times New Roman"/>
            </a:endParaRPr>
          </a:p>
          <a:p>
            <a:pPr marL="94615" indent="-76835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94615" algn="l"/>
              </a:tabLst>
            </a:pPr>
            <a:r>
              <a:rPr dirty="0" sz="500" b="1">
                <a:latin typeface="Times New Roman"/>
                <a:cs typeface="Times New Roman"/>
              </a:rPr>
              <a:t>Kiểm</a:t>
            </a:r>
            <a:r>
              <a:rPr dirty="0" sz="500" spc="-4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tra</a:t>
            </a:r>
            <a:r>
              <a:rPr dirty="0" sz="500" spc="-1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mặt</a:t>
            </a:r>
            <a:r>
              <a:rPr dirty="0" sz="500" spc="-3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TOP</a:t>
            </a:r>
            <a:r>
              <a:rPr dirty="0" sz="500" spc="-20" b="1">
                <a:latin typeface="Times New Roman"/>
                <a:cs typeface="Times New Roman"/>
              </a:rPr>
              <a:t> (H1)</a:t>
            </a:r>
            <a:endParaRPr sz="500">
              <a:latin typeface="Times New Roman"/>
              <a:cs typeface="Times New Roman"/>
            </a:endParaRPr>
          </a:p>
          <a:p>
            <a:pPr marL="126364" indent="-108585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126364" algn="l"/>
              </a:tabLst>
            </a:pP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Kiểm</a:t>
            </a:r>
            <a:r>
              <a:rPr dirty="0" sz="5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tra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bản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mạch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PCBA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và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mặt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TOP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được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có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hiện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tượng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vỡ,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nứt(ví dụ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H1)</a:t>
            </a:r>
            <a:endParaRPr sz="500">
              <a:latin typeface="Times New Roman"/>
              <a:cs typeface="Times New Roman"/>
            </a:endParaRPr>
          </a:p>
          <a:p>
            <a:pPr marL="126364" indent="-108585">
              <a:lnSpc>
                <a:spcPct val="100000"/>
              </a:lnSpc>
              <a:buAutoNum type="arabicPeriod"/>
              <a:tabLst>
                <a:tab pos="126364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Ngón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tay</a:t>
            </a:r>
            <a:r>
              <a:rPr dirty="0" sz="500" spc="-4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vàng:</a:t>
            </a:r>
            <a:r>
              <a:rPr dirty="0" sz="500" spc="1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Trong quá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trình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ngoại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quan,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nếu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phát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hiện ngón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tay</a:t>
            </a:r>
            <a:r>
              <a:rPr dirty="0" sz="5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vàng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có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dấu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hiệu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50">
                <a:solidFill>
                  <a:srgbClr val="0000FF"/>
                </a:solidFill>
                <a:latin typeface="Times New Roman"/>
                <a:cs typeface="Times New Roman"/>
              </a:rPr>
              <a:t>:</a:t>
            </a:r>
            <a:endParaRPr sz="5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50"/>
              </a:spcBef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bẩn,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xước,oxi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hóa,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lộ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đồng,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Flux, biến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màu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phán định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NG.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Tham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khảo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hình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ảnh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NG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như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(H2)</a:t>
            </a:r>
            <a:endParaRPr sz="5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dirty="0" sz="500" b="1">
                <a:latin typeface="Times New Roman"/>
                <a:cs typeface="Times New Roman"/>
              </a:rPr>
              <a:t>2.</a:t>
            </a:r>
            <a:r>
              <a:rPr dirty="0" sz="500" spc="9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Kiểm</a:t>
            </a:r>
            <a:r>
              <a:rPr dirty="0" sz="500" spc="-2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tra</a:t>
            </a:r>
            <a:r>
              <a:rPr dirty="0" sz="500" spc="-2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mặt</a:t>
            </a:r>
            <a:r>
              <a:rPr dirty="0" sz="500" spc="-1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BOT</a:t>
            </a:r>
            <a:r>
              <a:rPr dirty="0" sz="500" spc="70" b="1">
                <a:latin typeface="Times New Roman"/>
                <a:cs typeface="Times New Roman"/>
              </a:rPr>
              <a:t> </a:t>
            </a:r>
            <a:r>
              <a:rPr dirty="0" sz="500" spc="-20" b="1">
                <a:latin typeface="Times New Roman"/>
                <a:cs typeface="Times New Roman"/>
              </a:rPr>
              <a:t>(H3)</a:t>
            </a:r>
            <a:endParaRPr sz="500">
              <a:latin typeface="Times New Roman"/>
              <a:cs typeface="Times New Roman"/>
            </a:endParaRPr>
          </a:p>
          <a:p>
            <a:pPr marL="111760" indent="-93980">
              <a:lnSpc>
                <a:spcPct val="100000"/>
              </a:lnSpc>
              <a:spcBef>
                <a:spcPts val="40"/>
              </a:spcBef>
              <a:buAutoNum type="arabicPeriod"/>
              <a:tabLst>
                <a:tab pos="111760" algn="l"/>
              </a:tabLst>
            </a:pP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Kiểm</a:t>
            </a:r>
            <a:r>
              <a:rPr dirty="0" sz="500" spc="-4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tra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mặt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BOT không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được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có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hiện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tượng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vỡ,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nứt, biến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dạng,....(H3)</a:t>
            </a:r>
            <a:endParaRPr sz="500">
              <a:latin typeface="Times New Roman"/>
              <a:cs typeface="Times New Roman"/>
            </a:endParaRPr>
          </a:p>
          <a:p>
            <a:pPr marL="126364" indent="-108585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126364" algn="l"/>
              </a:tabLst>
            </a:pP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Kiểm</a:t>
            </a:r>
            <a:r>
              <a:rPr dirty="0" sz="5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tra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các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ốc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:không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được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thiếu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số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lượng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,nổi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cao,biến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dạng,đầu vít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bị trờn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ren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(H4)</a:t>
            </a:r>
            <a:endParaRPr sz="500">
              <a:latin typeface="Times New Roman"/>
              <a:cs typeface="Times New Roman"/>
            </a:endParaRPr>
          </a:p>
          <a:p>
            <a:pPr marL="126364" indent="-108585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126364" algn="l"/>
              </a:tabLst>
            </a:pP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Chân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cổng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kết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nối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được hàn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tốt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và không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tồn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tại ở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khí (không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hàn),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có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dị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vật, ngược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chiều</a:t>
            </a:r>
            <a:r>
              <a:rPr dirty="0" sz="500" spc="1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(H5)</a:t>
            </a:r>
            <a:endParaRPr sz="500">
              <a:latin typeface="Times New Roman"/>
              <a:cs typeface="Times New Roman"/>
            </a:endParaRPr>
          </a:p>
          <a:p>
            <a:pPr marL="126364" indent="-108585">
              <a:lnSpc>
                <a:spcPct val="100000"/>
              </a:lnSpc>
              <a:spcBef>
                <a:spcPts val="45"/>
              </a:spcBef>
              <a:buAutoNum type="arabicPeriod"/>
              <a:tabLst>
                <a:tab pos="126364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Ngoại quan chân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cổng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kết nối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cong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vênh,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hư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hại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hay</a:t>
            </a:r>
            <a:r>
              <a:rPr dirty="0" sz="500" spc="-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NG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khác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tham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khảo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OK,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NG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như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(H5.1),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(5.2)</a:t>
            </a:r>
            <a:endParaRPr sz="500">
              <a:latin typeface="Times New Roman"/>
              <a:cs typeface="Times New Roman"/>
            </a:endParaRPr>
          </a:p>
          <a:p>
            <a:pPr marL="126364" indent="-108585">
              <a:lnSpc>
                <a:spcPct val="100000"/>
              </a:lnSpc>
              <a:spcBef>
                <a:spcPts val="50"/>
              </a:spcBef>
              <a:buAutoNum type="arabicPeriod"/>
              <a:tabLst>
                <a:tab pos="126364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Ngoại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quan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MarKinh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bị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bị mở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(H6).</a:t>
            </a:r>
            <a:endParaRPr sz="5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0"/>
              </a:spcBef>
            </a:pPr>
            <a:r>
              <a:rPr dirty="0" sz="500" b="1">
                <a:latin typeface="Times New Roman"/>
                <a:cs typeface="Times New Roman"/>
              </a:rPr>
              <a:t>3.</a:t>
            </a:r>
            <a:r>
              <a:rPr dirty="0" sz="500" spc="10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Kiểm</a:t>
            </a:r>
            <a:r>
              <a:rPr dirty="0" sz="500" spc="-2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tra</a:t>
            </a:r>
            <a:r>
              <a:rPr dirty="0" sz="500" spc="-1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mặt</a:t>
            </a:r>
            <a:r>
              <a:rPr dirty="0" sz="500" spc="-15" b="1">
                <a:latin typeface="Times New Roman"/>
                <a:cs typeface="Times New Roman"/>
              </a:rPr>
              <a:t> </a:t>
            </a:r>
            <a:r>
              <a:rPr dirty="0" sz="500" spc="-10" b="1">
                <a:latin typeface="Times New Roman"/>
                <a:cs typeface="Times New Roman"/>
              </a:rPr>
              <a:t>cạnh</a:t>
            </a:r>
            <a:r>
              <a:rPr dirty="0" sz="500" spc="-15" b="1">
                <a:latin typeface="Times New Roman"/>
                <a:cs typeface="Times New Roman"/>
              </a:rPr>
              <a:t> </a:t>
            </a:r>
            <a:r>
              <a:rPr dirty="0" sz="500" spc="-50" b="1">
                <a:latin typeface="Times New Roman"/>
                <a:cs typeface="Times New Roman"/>
              </a:rPr>
              <a:t>:</a:t>
            </a:r>
            <a:endParaRPr sz="500">
              <a:latin typeface="Times New Roman"/>
              <a:cs typeface="Times New Roman"/>
            </a:endParaRPr>
          </a:p>
          <a:p>
            <a:pPr marL="126364" indent="-108585">
              <a:lnSpc>
                <a:spcPct val="100000"/>
              </a:lnSpc>
              <a:spcBef>
                <a:spcPts val="35"/>
              </a:spcBef>
              <a:buSzPct val="90000"/>
              <a:buAutoNum type="arabicPeriod"/>
              <a:tabLst>
                <a:tab pos="126364" algn="l"/>
              </a:tabLst>
            </a:pP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Kiểm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tra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bracket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nét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in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rõ</a:t>
            </a:r>
            <a:r>
              <a:rPr dirty="0" sz="500" spc="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ràng,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xước,bẩn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,biến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dạng,nhầm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liệu.(H7)</a:t>
            </a:r>
            <a:endParaRPr sz="500">
              <a:latin typeface="Times New Roman"/>
              <a:cs typeface="Times New Roman"/>
            </a:endParaRPr>
          </a:p>
          <a:p>
            <a:pPr marL="126364" indent="-108585">
              <a:lnSpc>
                <a:spcPct val="100000"/>
              </a:lnSpc>
              <a:spcBef>
                <a:spcPts val="50"/>
              </a:spcBef>
              <a:buSzPct val="90000"/>
              <a:buAutoNum type="arabicPeriod"/>
              <a:tabLst>
                <a:tab pos="126364" algn="l"/>
              </a:tabLst>
            </a:pP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Kiểm</a:t>
            </a:r>
            <a:r>
              <a:rPr dirty="0" sz="5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tra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mặt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ngoài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cánh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cổng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cage không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hư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hại,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cong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vênh,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gãy</a:t>
            </a:r>
            <a:r>
              <a:rPr dirty="0" sz="500" spc="-4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biến dạng,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han gỉ...(H8)</a:t>
            </a:r>
            <a:endParaRPr sz="500">
              <a:latin typeface="Times New Roman"/>
              <a:cs typeface="Times New Roman"/>
            </a:endParaRPr>
          </a:p>
          <a:p>
            <a:pPr marL="126364" indent="-108585">
              <a:lnSpc>
                <a:spcPct val="100000"/>
              </a:lnSpc>
              <a:spcBef>
                <a:spcPts val="45"/>
              </a:spcBef>
              <a:buSzPct val="90000"/>
              <a:buAutoNum type="arabicPeriod"/>
              <a:tabLst>
                <a:tab pos="126364" algn="l"/>
              </a:tabLst>
            </a:pP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Kiểm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tra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mặt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trong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của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cổng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cage: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cong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,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tụt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,cong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xuống,dị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vật,hư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hại...(H9)</a:t>
            </a:r>
            <a:endParaRPr sz="500">
              <a:latin typeface="Times New Roman"/>
              <a:cs typeface="Times New Roman"/>
            </a:endParaRPr>
          </a:p>
          <a:p>
            <a:pPr marL="110489" indent="-97790">
              <a:lnSpc>
                <a:spcPct val="100000"/>
              </a:lnSpc>
              <a:spcBef>
                <a:spcPts val="55"/>
              </a:spcBef>
              <a:buSzPct val="90000"/>
              <a:buAutoNum type="arabicPeriod"/>
              <a:tabLst>
                <a:tab pos="110489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Ngoại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quan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vị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trí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cổng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cage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bị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thừa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keo tản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nhiệt.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Tham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khảo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NG,OK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như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(H10),Tiêu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chuẩn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như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(H10.1).</a:t>
            </a:r>
            <a:endParaRPr sz="50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  <a:spcBef>
                <a:spcPts val="60"/>
              </a:spcBef>
            </a:pPr>
            <a:r>
              <a:rPr dirty="0" sz="500" b="1">
                <a:latin typeface="Times New Roman"/>
                <a:cs typeface="Times New Roman"/>
              </a:rPr>
              <a:t>4.</a:t>
            </a:r>
            <a:r>
              <a:rPr dirty="0" sz="500" spc="-2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Sản</a:t>
            </a:r>
            <a:r>
              <a:rPr dirty="0" sz="500" spc="-1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phẩm</a:t>
            </a:r>
            <a:r>
              <a:rPr dirty="0" sz="500" spc="-1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OK,</a:t>
            </a:r>
            <a:r>
              <a:rPr dirty="0" sz="500" spc="-1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lấy</a:t>
            </a:r>
            <a:r>
              <a:rPr dirty="0" sz="500" spc="-1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máy</a:t>
            </a:r>
            <a:r>
              <a:rPr dirty="0" sz="500" spc="-1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quét</a:t>
            </a:r>
            <a:r>
              <a:rPr dirty="0" sz="500" spc="-1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mã</a:t>
            </a:r>
            <a:r>
              <a:rPr dirty="0" sz="500" spc="-10" b="1">
                <a:latin typeface="Times New Roman"/>
                <a:cs typeface="Times New Roman"/>
              </a:rPr>
              <a:t> barcode</a:t>
            </a:r>
            <a:r>
              <a:rPr dirty="0" sz="500" spc="-2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trên</a:t>
            </a:r>
            <a:r>
              <a:rPr dirty="0" sz="500" spc="-1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bản</a:t>
            </a:r>
            <a:r>
              <a:rPr dirty="0" sz="500" spc="-10" b="1">
                <a:latin typeface="Times New Roman"/>
                <a:cs typeface="Times New Roman"/>
              </a:rPr>
              <a:t> mạch,</a:t>
            </a:r>
            <a:r>
              <a:rPr dirty="0" sz="500" spc="-3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đặt</a:t>
            </a:r>
            <a:r>
              <a:rPr dirty="0" sz="500" spc="-2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vào</a:t>
            </a:r>
            <a:r>
              <a:rPr dirty="0" sz="500" spc="-2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khay</a:t>
            </a:r>
            <a:r>
              <a:rPr dirty="0" sz="500" spc="-1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phương</a:t>
            </a:r>
            <a:r>
              <a:rPr dirty="0" sz="500" spc="-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hướng</a:t>
            </a:r>
            <a:r>
              <a:rPr dirty="0" sz="500" spc="-1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đặt</a:t>
            </a:r>
            <a:r>
              <a:rPr dirty="0" sz="500" spc="-10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để</a:t>
            </a:r>
            <a:r>
              <a:rPr dirty="0" sz="500" spc="-25" b="1">
                <a:latin typeface="Times New Roman"/>
                <a:cs typeface="Times New Roman"/>
              </a:rPr>
              <a:t> </a:t>
            </a:r>
            <a:r>
              <a:rPr dirty="0" sz="500" b="1">
                <a:latin typeface="Times New Roman"/>
                <a:cs typeface="Times New Roman"/>
              </a:rPr>
              <a:t>như</a:t>
            </a:r>
            <a:r>
              <a:rPr dirty="0" sz="500" spc="-10" b="1">
                <a:latin typeface="Times New Roman"/>
                <a:cs typeface="Times New Roman"/>
              </a:rPr>
              <a:t> </a:t>
            </a:r>
            <a:r>
              <a:rPr dirty="0" sz="500" spc="-20" b="1">
                <a:latin typeface="Times New Roman"/>
                <a:cs typeface="Times New Roman"/>
              </a:rPr>
              <a:t>(H11)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58992" y="1003528"/>
            <a:ext cx="123189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25">
                <a:latin typeface="Times New Roman"/>
                <a:cs typeface="Times New Roman"/>
              </a:rPr>
              <a:t>NA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28256" y="1005052"/>
            <a:ext cx="34417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Mã</a:t>
            </a:r>
            <a:r>
              <a:rPr dirty="0" sz="550" spc="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tài</a:t>
            </a:r>
            <a:r>
              <a:rPr dirty="0" sz="550" spc="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20" b="1">
                <a:solidFill>
                  <a:srgbClr val="0000FF"/>
                </a:solidFill>
                <a:latin typeface="Times New Roman"/>
                <a:cs typeface="Times New Roman"/>
              </a:rPr>
              <a:t>liệu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37526" y="1003528"/>
            <a:ext cx="72390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Times New Roman"/>
                <a:cs typeface="Times New Roman"/>
              </a:rPr>
              <a:t>SOP-</a:t>
            </a:r>
            <a:r>
              <a:rPr dirty="0" sz="550" spc="-20">
                <a:latin typeface="Times New Roman"/>
                <a:cs typeface="Times New Roman"/>
              </a:rPr>
              <a:t>NVG-</a:t>
            </a:r>
            <a:r>
              <a:rPr dirty="0" sz="550" spc="-10">
                <a:latin typeface="Times New Roman"/>
                <a:cs typeface="Times New Roman"/>
              </a:rPr>
              <a:t>NV855B1-</a:t>
            </a:r>
            <a:r>
              <a:rPr dirty="0" sz="550" spc="-25">
                <a:latin typeface="Times New Roman"/>
                <a:cs typeface="Times New Roman"/>
              </a:rPr>
              <a:t>01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32697" y="1005052"/>
            <a:ext cx="32258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Phiên </a:t>
            </a:r>
            <a:r>
              <a:rPr dirty="0" sz="550" spc="-25" b="1">
                <a:solidFill>
                  <a:srgbClr val="0000FF"/>
                </a:solidFill>
                <a:latin typeface="Times New Roman"/>
                <a:cs typeface="Times New Roman"/>
              </a:rPr>
              <a:t>bản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24009" y="1003528"/>
            <a:ext cx="7620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50">
                <a:latin typeface="Times New Roman"/>
                <a:cs typeface="Times New Roman"/>
              </a:rPr>
              <a:t>A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467850" y="1005052"/>
            <a:ext cx="20701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 b="1">
                <a:solidFill>
                  <a:srgbClr val="0000FF"/>
                </a:solidFill>
                <a:latin typeface="Times New Roman"/>
                <a:cs typeface="Times New Roman"/>
              </a:rPr>
              <a:t>Trang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817100" y="1000480"/>
            <a:ext cx="15367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">
                <a:latin typeface="Times New Roman"/>
                <a:cs typeface="Times New Roman"/>
              </a:rPr>
              <a:t>10-</a:t>
            </a:r>
            <a:r>
              <a:rPr dirty="0" sz="550" spc="-50">
                <a:latin typeface="Times New Roman"/>
                <a:cs typeface="Times New Roman"/>
              </a:rPr>
              <a:t>2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12315" y="1175740"/>
            <a:ext cx="28130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latin typeface="Times New Roman"/>
                <a:cs typeface="Times New Roman"/>
              </a:rPr>
              <a:t>Vật</a:t>
            </a:r>
            <a:r>
              <a:rPr dirty="0" sz="550" spc="10" b="1">
                <a:latin typeface="Times New Roman"/>
                <a:cs typeface="Times New Roman"/>
              </a:rPr>
              <a:t> </a:t>
            </a:r>
            <a:r>
              <a:rPr dirty="0" sz="550" spc="-20" b="1">
                <a:latin typeface="Times New Roman"/>
                <a:cs typeface="Times New Roman"/>
              </a:rPr>
              <a:t>liệu: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306" y="2813621"/>
            <a:ext cx="1888489" cy="854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1445">
              <a:lnSpc>
                <a:spcPct val="108000"/>
              </a:lnSpc>
              <a:spcBef>
                <a:spcPts val="100"/>
              </a:spcBef>
            </a:pP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9. Sử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dụng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đèn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phóng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đại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ngoại quan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ngón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tay</a:t>
            </a:r>
            <a:r>
              <a:rPr dirty="0" sz="5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vàng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những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vị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trí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mắt</a:t>
            </a:r>
            <a:r>
              <a:rPr dirty="0" sz="500" spc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thường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 phán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định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được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10.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pcs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vải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sạch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chỉ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được lau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12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pcs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ngón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tay</a:t>
            </a:r>
            <a:r>
              <a:rPr dirty="0" sz="500" spc="-4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vàng</a:t>
            </a:r>
            <a:endParaRPr sz="500">
              <a:latin typeface="Times New Roman"/>
              <a:cs typeface="Times New Roman"/>
            </a:endParaRPr>
          </a:p>
          <a:p>
            <a:pPr marL="106680" indent="-93980">
              <a:lnSpc>
                <a:spcPct val="100000"/>
              </a:lnSpc>
              <a:spcBef>
                <a:spcPts val="45"/>
              </a:spcBef>
              <a:buAutoNum type="arabicPeriod" startAt="11"/>
              <a:tabLst>
                <a:tab pos="106680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Mỗi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ca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trước khi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mở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chuyền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phải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vệ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sinh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bình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dung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dịch</a:t>
            </a:r>
            <a:endParaRPr sz="500">
              <a:latin typeface="Times New Roman"/>
              <a:cs typeface="Times New Roman"/>
            </a:endParaRPr>
          </a:p>
          <a:p>
            <a:pPr marL="106680" indent="-93980">
              <a:lnSpc>
                <a:spcPct val="100000"/>
              </a:lnSpc>
              <a:buAutoNum type="arabicPeriod" startAt="11"/>
              <a:tabLst>
                <a:tab pos="106680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Tần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suất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thay</a:t>
            </a:r>
            <a:r>
              <a:rPr dirty="0" sz="500" spc="-4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đổi: bao ngón tay</a:t>
            </a:r>
            <a:r>
              <a:rPr dirty="0" sz="5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là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tiếng/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1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lần,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gang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tay</a:t>
            </a:r>
            <a:r>
              <a:rPr dirty="0" sz="500" spc="-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là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ngày/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lần.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Nếu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có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rách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hoặc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bẩn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lập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tức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thay</a:t>
            </a:r>
            <a:r>
              <a:rPr dirty="0" sz="500" spc="-4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thế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mới.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IPC610,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QC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book,</a:t>
            </a:r>
            <a:r>
              <a:rPr dirty="0" sz="500" spc="114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DOC003410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để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phán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định</a:t>
            </a:r>
            <a:endParaRPr sz="500">
              <a:latin typeface="Times New Roman"/>
              <a:cs typeface="Times New Roman"/>
            </a:endParaRPr>
          </a:p>
          <a:p>
            <a:pPr marL="106680" indent="-93980">
              <a:lnSpc>
                <a:spcPct val="100000"/>
              </a:lnSpc>
              <a:spcBef>
                <a:spcPts val="45"/>
              </a:spcBef>
              <a:buAutoNum type="arabicPeriod" startAt="13"/>
              <a:tabLst>
                <a:tab pos="106680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Chỉ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được sảo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dirty="0" sz="500" spc="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lần, nếu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lần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không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sảo được gọi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tuyến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trưởng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xác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nhận.</a:t>
            </a:r>
            <a:endParaRPr sz="500">
              <a:latin typeface="Times New Roman"/>
              <a:cs typeface="Times New Roman"/>
            </a:endParaRPr>
          </a:p>
          <a:p>
            <a:pPr marL="106680" indent="-93980">
              <a:lnSpc>
                <a:spcPct val="100000"/>
              </a:lnSpc>
              <a:spcBef>
                <a:spcPts val="50"/>
              </a:spcBef>
              <a:buAutoNum type="arabicPeriod" startAt="13"/>
              <a:tabLst>
                <a:tab pos="106680" algn="l"/>
              </a:tabLst>
            </a:pP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Có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thể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dùng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vải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sạch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thấm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IPA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để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lau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các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vị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trí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bị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bẩn.</a:t>
            </a:r>
            <a:endParaRPr sz="500">
              <a:latin typeface="Times New Roman"/>
              <a:cs typeface="Times New Roman"/>
            </a:endParaRPr>
          </a:p>
          <a:p>
            <a:pPr marL="106680" indent="-93980">
              <a:lnSpc>
                <a:spcPct val="100000"/>
              </a:lnSpc>
              <a:spcBef>
                <a:spcPts val="50"/>
              </a:spcBef>
              <a:buAutoNum type="arabicPeriod" startAt="13"/>
              <a:tabLst>
                <a:tab pos="106680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Hình ảnh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NG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mang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tính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chất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minh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họa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5719" y="749755"/>
            <a:ext cx="9987280" cy="6263640"/>
            <a:chOff x="45719" y="749755"/>
            <a:chExt cx="9987280" cy="6263640"/>
          </a:xfrm>
        </p:grpSpPr>
        <p:sp>
          <p:nvSpPr>
            <p:cNvPr id="32" name="object 32"/>
            <p:cNvSpPr/>
            <p:nvPr/>
          </p:nvSpPr>
          <p:spPr>
            <a:xfrm>
              <a:off x="45720" y="749756"/>
              <a:ext cx="9987280" cy="6263640"/>
            </a:xfrm>
            <a:custGeom>
              <a:avLst/>
              <a:gdLst/>
              <a:ahLst/>
              <a:cxnLst/>
              <a:rect l="l" t="t" r="r" b="b"/>
              <a:pathLst>
                <a:path w="9987280" h="6263640">
                  <a:moveTo>
                    <a:pt x="2421890" y="6132804"/>
                  </a:moveTo>
                  <a:lnTo>
                    <a:pt x="2418842" y="6132804"/>
                  </a:lnTo>
                  <a:lnTo>
                    <a:pt x="2418842" y="6255766"/>
                  </a:lnTo>
                  <a:lnTo>
                    <a:pt x="2421890" y="6255766"/>
                  </a:lnTo>
                  <a:lnTo>
                    <a:pt x="2421890" y="6132804"/>
                  </a:lnTo>
                  <a:close/>
                </a:path>
                <a:path w="9987280" h="6263640">
                  <a:moveTo>
                    <a:pt x="2421890" y="1105204"/>
                  </a:moveTo>
                  <a:lnTo>
                    <a:pt x="2418842" y="1105204"/>
                  </a:lnTo>
                  <a:lnTo>
                    <a:pt x="2418842" y="2916097"/>
                  </a:lnTo>
                  <a:lnTo>
                    <a:pt x="2421890" y="2916097"/>
                  </a:lnTo>
                  <a:lnTo>
                    <a:pt x="2421890" y="1105204"/>
                  </a:lnTo>
                  <a:close/>
                </a:path>
                <a:path w="9987280" h="6263640">
                  <a:moveTo>
                    <a:pt x="6013056" y="6173190"/>
                  </a:moveTo>
                  <a:lnTo>
                    <a:pt x="6010021" y="6173190"/>
                  </a:lnTo>
                  <a:lnTo>
                    <a:pt x="6010021" y="6255766"/>
                  </a:lnTo>
                  <a:lnTo>
                    <a:pt x="6013056" y="6255766"/>
                  </a:lnTo>
                  <a:lnTo>
                    <a:pt x="6013056" y="6173190"/>
                  </a:lnTo>
                  <a:close/>
                </a:path>
                <a:path w="9987280" h="6263640">
                  <a:moveTo>
                    <a:pt x="6013056" y="449961"/>
                  </a:moveTo>
                  <a:lnTo>
                    <a:pt x="6010021" y="449961"/>
                  </a:lnTo>
                  <a:lnTo>
                    <a:pt x="6010021" y="5876544"/>
                  </a:lnTo>
                  <a:lnTo>
                    <a:pt x="6013056" y="5876544"/>
                  </a:lnTo>
                  <a:lnTo>
                    <a:pt x="6013056" y="449961"/>
                  </a:lnTo>
                  <a:close/>
                </a:path>
                <a:path w="9987280" h="6263640">
                  <a:moveTo>
                    <a:pt x="9986772" y="50"/>
                  </a:moveTo>
                  <a:lnTo>
                    <a:pt x="9979152" y="50"/>
                  </a:lnTo>
                  <a:lnTo>
                    <a:pt x="9979152" y="7620"/>
                  </a:lnTo>
                  <a:lnTo>
                    <a:pt x="9979152" y="186690"/>
                  </a:lnTo>
                  <a:lnTo>
                    <a:pt x="9979152" y="194310"/>
                  </a:lnTo>
                  <a:lnTo>
                    <a:pt x="9979152" y="441960"/>
                  </a:lnTo>
                  <a:lnTo>
                    <a:pt x="9710915" y="441960"/>
                  </a:lnTo>
                  <a:lnTo>
                    <a:pt x="9710915" y="194310"/>
                  </a:lnTo>
                  <a:lnTo>
                    <a:pt x="9979152" y="194310"/>
                  </a:lnTo>
                  <a:lnTo>
                    <a:pt x="9979152" y="186690"/>
                  </a:lnTo>
                  <a:lnTo>
                    <a:pt x="9707880" y="186690"/>
                  </a:lnTo>
                  <a:lnTo>
                    <a:pt x="9707880" y="194310"/>
                  </a:lnTo>
                  <a:lnTo>
                    <a:pt x="9707880" y="441960"/>
                  </a:lnTo>
                  <a:lnTo>
                    <a:pt x="9352521" y="441960"/>
                  </a:lnTo>
                  <a:lnTo>
                    <a:pt x="9352521" y="194310"/>
                  </a:lnTo>
                  <a:lnTo>
                    <a:pt x="9707880" y="194310"/>
                  </a:lnTo>
                  <a:lnTo>
                    <a:pt x="9707880" y="186690"/>
                  </a:lnTo>
                  <a:lnTo>
                    <a:pt x="9349486" y="186690"/>
                  </a:lnTo>
                  <a:lnTo>
                    <a:pt x="9349486" y="194310"/>
                  </a:lnTo>
                  <a:lnTo>
                    <a:pt x="9349486" y="441960"/>
                  </a:lnTo>
                  <a:lnTo>
                    <a:pt x="9082773" y="441960"/>
                  </a:lnTo>
                  <a:lnTo>
                    <a:pt x="9082773" y="194310"/>
                  </a:lnTo>
                  <a:lnTo>
                    <a:pt x="9349486" y="194310"/>
                  </a:lnTo>
                  <a:lnTo>
                    <a:pt x="9349486" y="186690"/>
                  </a:lnTo>
                  <a:lnTo>
                    <a:pt x="9079738" y="186690"/>
                  </a:lnTo>
                  <a:lnTo>
                    <a:pt x="9079738" y="194310"/>
                  </a:lnTo>
                  <a:lnTo>
                    <a:pt x="9079738" y="441960"/>
                  </a:lnTo>
                  <a:lnTo>
                    <a:pt x="8425942" y="441960"/>
                  </a:lnTo>
                  <a:lnTo>
                    <a:pt x="8425942" y="194310"/>
                  </a:lnTo>
                  <a:lnTo>
                    <a:pt x="9079738" y="194310"/>
                  </a:lnTo>
                  <a:lnTo>
                    <a:pt x="9079738" y="186690"/>
                  </a:lnTo>
                  <a:lnTo>
                    <a:pt x="8422894" y="186690"/>
                  </a:lnTo>
                  <a:lnTo>
                    <a:pt x="8422894" y="194310"/>
                  </a:lnTo>
                  <a:lnTo>
                    <a:pt x="8422894" y="441960"/>
                  </a:lnTo>
                  <a:lnTo>
                    <a:pt x="7510018" y="441960"/>
                  </a:lnTo>
                  <a:lnTo>
                    <a:pt x="7510018" y="194310"/>
                  </a:lnTo>
                  <a:lnTo>
                    <a:pt x="8422894" y="194310"/>
                  </a:lnTo>
                  <a:lnTo>
                    <a:pt x="8422894" y="186690"/>
                  </a:lnTo>
                  <a:lnTo>
                    <a:pt x="7506970" y="186690"/>
                  </a:lnTo>
                  <a:lnTo>
                    <a:pt x="7506970" y="194310"/>
                  </a:lnTo>
                  <a:lnTo>
                    <a:pt x="7506970" y="441960"/>
                  </a:lnTo>
                  <a:lnTo>
                    <a:pt x="6013056" y="441960"/>
                  </a:lnTo>
                  <a:lnTo>
                    <a:pt x="6013056" y="194310"/>
                  </a:lnTo>
                  <a:lnTo>
                    <a:pt x="7506970" y="194310"/>
                  </a:lnTo>
                  <a:lnTo>
                    <a:pt x="7506970" y="186690"/>
                  </a:lnTo>
                  <a:lnTo>
                    <a:pt x="6010021" y="186690"/>
                  </a:lnTo>
                  <a:lnTo>
                    <a:pt x="6010021" y="194310"/>
                  </a:lnTo>
                  <a:lnTo>
                    <a:pt x="6010021" y="441960"/>
                  </a:lnTo>
                  <a:lnTo>
                    <a:pt x="5344020" y="441960"/>
                  </a:lnTo>
                  <a:lnTo>
                    <a:pt x="5344020" y="194310"/>
                  </a:lnTo>
                  <a:lnTo>
                    <a:pt x="6010021" y="194310"/>
                  </a:lnTo>
                  <a:lnTo>
                    <a:pt x="6010021" y="186690"/>
                  </a:lnTo>
                  <a:lnTo>
                    <a:pt x="5340985" y="186690"/>
                  </a:lnTo>
                  <a:lnTo>
                    <a:pt x="5340985" y="194310"/>
                  </a:lnTo>
                  <a:lnTo>
                    <a:pt x="5340985" y="441960"/>
                  </a:lnTo>
                  <a:lnTo>
                    <a:pt x="4325734" y="441960"/>
                  </a:lnTo>
                  <a:lnTo>
                    <a:pt x="4325734" y="194310"/>
                  </a:lnTo>
                  <a:lnTo>
                    <a:pt x="5340985" y="194310"/>
                  </a:lnTo>
                  <a:lnTo>
                    <a:pt x="5340985" y="186690"/>
                  </a:lnTo>
                  <a:lnTo>
                    <a:pt x="4322699" y="186690"/>
                  </a:lnTo>
                  <a:lnTo>
                    <a:pt x="4322699" y="194310"/>
                  </a:lnTo>
                  <a:lnTo>
                    <a:pt x="4322699" y="441960"/>
                  </a:lnTo>
                  <a:lnTo>
                    <a:pt x="2421890" y="441960"/>
                  </a:lnTo>
                  <a:lnTo>
                    <a:pt x="2421890" y="194310"/>
                  </a:lnTo>
                  <a:lnTo>
                    <a:pt x="4322699" y="194310"/>
                  </a:lnTo>
                  <a:lnTo>
                    <a:pt x="4322699" y="186690"/>
                  </a:lnTo>
                  <a:lnTo>
                    <a:pt x="2418842" y="186690"/>
                  </a:lnTo>
                  <a:lnTo>
                    <a:pt x="2418842" y="194310"/>
                  </a:lnTo>
                  <a:lnTo>
                    <a:pt x="2418842" y="441960"/>
                  </a:lnTo>
                  <a:lnTo>
                    <a:pt x="1476997" y="441960"/>
                  </a:lnTo>
                  <a:lnTo>
                    <a:pt x="1476997" y="194310"/>
                  </a:lnTo>
                  <a:lnTo>
                    <a:pt x="2418842" y="194310"/>
                  </a:lnTo>
                  <a:lnTo>
                    <a:pt x="2418842" y="186690"/>
                  </a:lnTo>
                  <a:lnTo>
                    <a:pt x="1473962" y="186690"/>
                  </a:lnTo>
                  <a:lnTo>
                    <a:pt x="1473962" y="194310"/>
                  </a:lnTo>
                  <a:lnTo>
                    <a:pt x="1473962" y="441960"/>
                  </a:lnTo>
                  <a:lnTo>
                    <a:pt x="693420" y="441960"/>
                  </a:lnTo>
                  <a:lnTo>
                    <a:pt x="693420" y="194310"/>
                  </a:lnTo>
                  <a:lnTo>
                    <a:pt x="1473962" y="194310"/>
                  </a:lnTo>
                  <a:lnTo>
                    <a:pt x="1473962" y="186690"/>
                  </a:lnTo>
                  <a:lnTo>
                    <a:pt x="690372" y="186690"/>
                  </a:lnTo>
                  <a:lnTo>
                    <a:pt x="690372" y="194310"/>
                  </a:lnTo>
                  <a:lnTo>
                    <a:pt x="690372" y="441960"/>
                  </a:lnTo>
                  <a:lnTo>
                    <a:pt x="7607" y="441960"/>
                  </a:lnTo>
                  <a:lnTo>
                    <a:pt x="7607" y="194310"/>
                  </a:lnTo>
                  <a:lnTo>
                    <a:pt x="690372" y="194310"/>
                  </a:lnTo>
                  <a:lnTo>
                    <a:pt x="690372" y="186690"/>
                  </a:lnTo>
                  <a:lnTo>
                    <a:pt x="7607" y="186690"/>
                  </a:lnTo>
                  <a:lnTo>
                    <a:pt x="7607" y="7620"/>
                  </a:lnTo>
                  <a:lnTo>
                    <a:pt x="9979152" y="7620"/>
                  </a:lnTo>
                  <a:lnTo>
                    <a:pt x="9979152" y="5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186690"/>
                  </a:lnTo>
                  <a:lnTo>
                    <a:pt x="0" y="6263640"/>
                  </a:lnTo>
                  <a:lnTo>
                    <a:pt x="9986772" y="6263640"/>
                  </a:lnTo>
                  <a:lnTo>
                    <a:pt x="9986772" y="6256020"/>
                  </a:lnTo>
                  <a:lnTo>
                    <a:pt x="7607" y="6256020"/>
                  </a:lnTo>
                  <a:lnTo>
                    <a:pt x="7607" y="1104900"/>
                  </a:lnTo>
                  <a:lnTo>
                    <a:pt x="2421890" y="1104900"/>
                  </a:lnTo>
                  <a:lnTo>
                    <a:pt x="2421890" y="1102360"/>
                  </a:lnTo>
                  <a:lnTo>
                    <a:pt x="1476997" y="1102360"/>
                  </a:lnTo>
                  <a:lnTo>
                    <a:pt x="1476997" y="1022350"/>
                  </a:lnTo>
                  <a:lnTo>
                    <a:pt x="2418842" y="1022350"/>
                  </a:lnTo>
                  <a:lnTo>
                    <a:pt x="2418842" y="1102169"/>
                  </a:lnTo>
                  <a:lnTo>
                    <a:pt x="2421890" y="1102169"/>
                  </a:lnTo>
                  <a:lnTo>
                    <a:pt x="2421890" y="450011"/>
                  </a:lnTo>
                  <a:lnTo>
                    <a:pt x="2418842" y="450011"/>
                  </a:lnTo>
                  <a:lnTo>
                    <a:pt x="2418842" y="525780"/>
                  </a:lnTo>
                  <a:lnTo>
                    <a:pt x="2418842" y="529590"/>
                  </a:lnTo>
                  <a:lnTo>
                    <a:pt x="2418842" y="1019810"/>
                  </a:lnTo>
                  <a:lnTo>
                    <a:pt x="1476997" y="1019810"/>
                  </a:lnTo>
                  <a:lnTo>
                    <a:pt x="1476997" y="941070"/>
                  </a:lnTo>
                  <a:lnTo>
                    <a:pt x="2418842" y="941070"/>
                  </a:lnTo>
                  <a:lnTo>
                    <a:pt x="2418842" y="937260"/>
                  </a:lnTo>
                  <a:lnTo>
                    <a:pt x="1476997" y="937260"/>
                  </a:lnTo>
                  <a:lnTo>
                    <a:pt x="1476997" y="858520"/>
                  </a:lnTo>
                  <a:lnTo>
                    <a:pt x="2418842" y="858520"/>
                  </a:lnTo>
                  <a:lnTo>
                    <a:pt x="2418842" y="854710"/>
                  </a:lnTo>
                  <a:lnTo>
                    <a:pt x="1476997" y="854710"/>
                  </a:lnTo>
                  <a:lnTo>
                    <a:pt x="1476997" y="775970"/>
                  </a:lnTo>
                  <a:lnTo>
                    <a:pt x="2418842" y="775970"/>
                  </a:lnTo>
                  <a:lnTo>
                    <a:pt x="2418842" y="773430"/>
                  </a:lnTo>
                  <a:lnTo>
                    <a:pt x="1473962" y="773430"/>
                  </a:lnTo>
                  <a:lnTo>
                    <a:pt x="1473962" y="775970"/>
                  </a:lnTo>
                  <a:lnTo>
                    <a:pt x="1473962" y="854710"/>
                  </a:lnTo>
                  <a:lnTo>
                    <a:pt x="1473962" y="1102360"/>
                  </a:lnTo>
                  <a:lnTo>
                    <a:pt x="693420" y="1102360"/>
                  </a:lnTo>
                  <a:lnTo>
                    <a:pt x="693420" y="1022350"/>
                  </a:lnTo>
                  <a:lnTo>
                    <a:pt x="1473962" y="1022350"/>
                  </a:lnTo>
                  <a:lnTo>
                    <a:pt x="1473962" y="1019810"/>
                  </a:lnTo>
                  <a:lnTo>
                    <a:pt x="693420" y="1019810"/>
                  </a:lnTo>
                  <a:lnTo>
                    <a:pt x="693420" y="941070"/>
                  </a:lnTo>
                  <a:lnTo>
                    <a:pt x="1473962" y="941070"/>
                  </a:lnTo>
                  <a:lnTo>
                    <a:pt x="1473962" y="937260"/>
                  </a:lnTo>
                  <a:lnTo>
                    <a:pt x="693420" y="937260"/>
                  </a:lnTo>
                  <a:lnTo>
                    <a:pt x="693420" y="858520"/>
                  </a:lnTo>
                  <a:lnTo>
                    <a:pt x="1473962" y="858520"/>
                  </a:lnTo>
                  <a:lnTo>
                    <a:pt x="1473962" y="854710"/>
                  </a:lnTo>
                  <a:lnTo>
                    <a:pt x="693420" y="854710"/>
                  </a:lnTo>
                  <a:lnTo>
                    <a:pt x="693420" y="775970"/>
                  </a:lnTo>
                  <a:lnTo>
                    <a:pt x="1473962" y="775970"/>
                  </a:lnTo>
                  <a:lnTo>
                    <a:pt x="1473962" y="773430"/>
                  </a:lnTo>
                  <a:lnTo>
                    <a:pt x="690372" y="773430"/>
                  </a:lnTo>
                  <a:lnTo>
                    <a:pt x="690372" y="775970"/>
                  </a:lnTo>
                  <a:lnTo>
                    <a:pt x="690372" y="854710"/>
                  </a:lnTo>
                  <a:lnTo>
                    <a:pt x="690372" y="1102360"/>
                  </a:lnTo>
                  <a:lnTo>
                    <a:pt x="7607" y="1102360"/>
                  </a:lnTo>
                  <a:lnTo>
                    <a:pt x="7607" y="1022350"/>
                  </a:lnTo>
                  <a:lnTo>
                    <a:pt x="690372" y="1022350"/>
                  </a:lnTo>
                  <a:lnTo>
                    <a:pt x="690372" y="1019810"/>
                  </a:lnTo>
                  <a:lnTo>
                    <a:pt x="7607" y="1019810"/>
                  </a:lnTo>
                  <a:lnTo>
                    <a:pt x="7607" y="941070"/>
                  </a:lnTo>
                  <a:lnTo>
                    <a:pt x="690372" y="941070"/>
                  </a:lnTo>
                  <a:lnTo>
                    <a:pt x="690372" y="937260"/>
                  </a:lnTo>
                  <a:lnTo>
                    <a:pt x="7607" y="937260"/>
                  </a:lnTo>
                  <a:lnTo>
                    <a:pt x="7607" y="858520"/>
                  </a:lnTo>
                  <a:lnTo>
                    <a:pt x="690372" y="858520"/>
                  </a:lnTo>
                  <a:lnTo>
                    <a:pt x="690372" y="854710"/>
                  </a:lnTo>
                  <a:lnTo>
                    <a:pt x="7607" y="854710"/>
                  </a:lnTo>
                  <a:lnTo>
                    <a:pt x="7607" y="775970"/>
                  </a:lnTo>
                  <a:lnTo>
                    <a:pt x="690372" y="775970"/>
                  </a:lnTo>
                  <a:lnTo>
                    <a:pt x="690372" y="773430"/>
                  </a:lnTo>
                  <a:lnTo>
                    <a:pt x="7607" y="773430"/>
                  </a:lnTo>
                  <a:lnTo>
                    <a:pt x="7607" y="693420"/>
                  </a:lnTo>
                  <a:lnTo>
                    <a:pt x="2418842" y="693420"/>
                  </a:lnTo>
                  <a:lnTo>
                    <a:pt x="2418842" y="690880"/>
                  </a:lnTo>
                  <a:lnTo>
                    <a:pt x="1476997" y="690880"/>
                  </a:lnTo>
                  <a:lnTo>
                    <a:pt x="1476997" y="610870"/>
                  </a:lnTo>
                  <a:lnTo>
                    <a:pt x="2418842" y="610870"/>
                  </a:lnTo>
                  <a:lnTo>
                    <a:pt x="2418842" y="608330"/>
                  </a:lnTo>
                  <a:lnTo>
                    <a:pt x="1476997" y="608330"/>
                  </a:lnTo>
                  <a:lnTo>
                    <a:pt x="1476997" y="529590"/>
                  </a:lnTo>
                  <a:lnTo>
                    <a:pt x="2418842" y="529590"/>
                  </a:lnTo>
                  <a:lnTo>
                    <a:pt x="2418842" y="525780"/>
                  </a:lnTo>
                  <a:lnTo>
                    <a:pt x="1473962" y="525780"/>
                  </a:lnTo>
                  <a:lnTo>
                    <a:pt x="1473962" y="529590"/>
                  </a:lnTo>
                  <a:lnTo>
                    <a:pt x="1473962" y="608330"/>
                  </a:lnTo>
                  <a:lnTo>
                    <a:pt x="1473962" y="610870"/>
                  </a:lnTo>
                  <a:lnTo>
                    <a:pt x="1473962" y="690880"/>
                  </a:lnTo>
                  <a:lnTo>
                    <a:pt x="693420" y="690880"/>
                  </a:lnTo>
                  <a:lnTo>
                    <a:pt x="693420" y="610870"/>
                  </a:lnTo>
                  <a:lnTo>
                    <a:pt x="1473962" y="610870"/>
                  </a:lnTo>
                  <a:lnTo>
                    <a:pt x="1473962" y="608330"/>
                  </a:lnTo>
                  <a:lnTo>
                    <a:pt x="693420" y="608330"/>
                  </a:lnTo>
                  <a:lnTo>
                    <a:pt x="693420" y="529590"/>
                  </a:lnTo>
                  <a:lnTo>
                    <a:pt x="1473962" y="529590"/>
                  </a:lnTo>
                  <a:lnTo>
                    <a:pt x="1473962" y="525780"/>
                  </a:lnTo>
                  <a:lnTo>
                    <a:pt x="690372" y="525780"/>
                  </a:lnTo>
                  <a:lnTo>
                    <a:pt x="690372" y="529590"/>
                  </a:lnTo>
                  <a:lnTo>
                    <a:pt x="690372" y="608330"/>
                  </a:lnTo>
                  <a:lnTo>
                    <a:pt x="690372" y="610870"/>
                  </a:lnTo>
                  <a:lnTo>
                    <a:pt x="690372" y="690880"/>
                  </a:lnTo>
                  <a:lnTo>
                    <a:pt x="7607" y="690880"/>
                  </a:lnTo>
                  <a:lnTo>
                    <a:pt x="7607" y="610870"/>
                  </a:lnTo>
                  <a:lnTo>
                    <a:pt x="690372" y="610870"/>
                  </a:lnTo>
                  <a:lnTo>
                    <a:pt x="690372" y="608330"/>
                  </a:lnTo>
                  <a:lnTo>
                    <a:pt x="7607" y="608330"/>
                  </a:lnTo>
                  <a:lnTo>
                    <a:pt x="7607" y="529590"/>
                  </a:lnTo>
                  <a:lnTo>
                    <a:pt x="690372" y="529590"/>
                  </a:lnTo>
                  <a:lnTo>
                    <a:pt x="690372" y="525780"/>
                  </a:lnTo>
                  <a:lnTo>
                    <a:pt x="7607" y="525780"/>
                  </a:lnTo>
                  <a:lnTo>
                    <a:pt x="7607" y="449580"/>
                  </a:lnTo>
                  <a:lnTo>
                    <a:pt x="9979152" y="449580"/>
                  </a:lnTo>
                  <a:lnTo>
                    <a:pt x="9979152" y="6255778"/>
                  </a:lnTo>
                  <a:lnTo>
                    <a:pt x="9986772" y="6255778"/>
                  </a:lnTo>
                  <a:lnTo>
                    <a:pt x="9986772" y="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2665" y="2768092"/>
              <a:ext cx="1888109" cy="119688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8412" y="1320037"/>
              <a:ext cx="1870710" cy="12890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098540" y="1329245"/>
              <a:ext cx="226695" cy="224790"/>
            </a:xfrm>
            <a:custGeom>
              <a:avLst/>
              <a:gdLst/>
              <a:ahLst/>
              <a:cxnLst/>
              <a:rect l="l" t="t" r="r" b="b"/>
              <a:pathLst>
                <a:path w="226695" h="224790">
                  <a:moveTo>
                    <a:pt x="226377" y="0"/>
                  </a:moveTo>
                  <a:lnTo>
                    <a:pt x="0" y="0"/>
                  </a:lnTo>
                  <a:lnTo>
                    <a:pt x="0" y="224218"/>
                  </a:lnTo>
                  <a:lnTo>
                    <a:pt x="226377" y="224218"/>
                  </a:lnTo>
                  <a:lnTo>
                    <a:pt x="2263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098540" y="1329245"/>
              <a:ext cx="226695" cy="224790"/>
            </a:xfrm>
            <a:custGeom>
              <a:avLst/>
              <a:gdLst/>
              <a:ahLst/>
              <a:cxnLst/>
              <a:rect l="l" t="t" r="r" b="b"/>
              <a:pathLst>
                <a:path w="226695" h="224790">
                  <a:moveTo>
                    <a:pt x="0" y="224218"/>
                  </a:moveTo>
                  <a:lnTo>
                    <a:pt x="226377" y="224218"/>
                  </a:lnTo>
                  <a:lnTo>
                    <a:pt x="226377" y="0"/>
                  </a:lnTo>
                  <a:lnTo>
                    <a:pt x="0" y="0"/>
                  </a:lnTo>
                  <a:lnTo>
                    <a:pt x="0" y="224218"/>
                  </a:lnTo>
                  <a:close/>
                </a:path>
              </a:pathLst>
            </a:custGeom>
            <a:ln w="59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098413" y="1320038"/>
            <a:ext cx="1870710" cy="12890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5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45756" y="1317777"/>
            <a:ext cx="514350" cy="213360"/>
          </a:xfrm>
          <a:prstGeom prst="rect">
            <a:avLst/>
          </a:prstGeom>
          <a:solidFill>
            <a:srgbClr val="FFFF00"/>
          </a:solidFill>
          <a:ln w="3935">
            <a:solidFill>
              <a:srgbClr val="0000FF"/>
            </a:solidFill>
          </a:ln>
        </p:spPr>
        <p:txBody>
          <a:bodyPr wrap="square" lIns="0" tIns="64135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505"/>
              </a:spcBef>
            </a:pPr>
            <a:r>
              <a:rPr dirty="0" sz="500" b="1">
                <a:latin typeface="Times New Roman"/>
                <a:cs typeface="Times New Roman"/>
              </a:rPr>
              <a:t>Mặt</a:t>
            </a:r>
            <a:r>
              <a:rPr dirty="0" sz="500" spc="-20" b="1">
                <a:latin typeface="Times New Roman"/>
                <a:cs typeface="Times New Roman"/>
              </a:rPr>
              <a:t> </a:t>
            </a:r>
            <a:r>
              <a:rPr dirty="0" sz="500" spc="-25" b="1">
                <a:latin typeface="Times New Roman"/>
                <a:cs typeface="Times New Roman"/>
              </a:rPr>
              <a:t>Top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004035" y="1318234"/>
            <a:ext cx="1924050" cy="731520"/>
            <a:chOff x="8004035" y="1318234"/>
            <a:chExt cx="1924050" cy="731520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4035" y="1318234"/>
              <a:ext cx="983776" cy="72318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8014589" y="1329448"/>
              <a:ext cx="947419" cy="686435"/>
            </a:xfrm>
            <a:custGeom>
              <a:avLst/>
              <a:gdLst/>
              <a:ahLst/>
              <a:cxnLst/>
              <a:rect l="l" t="t" r="r" b="b"/>
              <a:pathLst>
                <a:path w="947420" h="686435">
                  <a:moveTo>
                    <a:pt x="0" y="686041"/>
                  </a:moveTo>
                  <a:lnTo>
                    <a:pt x="947101" y="686041"/>
                  </a:lnTo>
                  <a:lnTo>
                    <a:pt x="947101" y="0"/>
                  </a:lnTo>
                  <a:lnTo>
                    <a:pt x="0" y="0"/>
                  </a:lnTo>
                  <a:lnTo>
                    <a:pt x="0" y="686041"/>
                  </a:lnTo>
                  <a:close/>
                </a:path>
              </a:pathLst>
            </a:custGeom>
            <a:ln w="1181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61120" y="1330451"/>
              <a:ext cx="960880" cy="717042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8976233" y="1345514"/>
              <a:ext cx="916305" cy="672465"/>
            </a:xfrm>
            <a:custGeom>
              <a:avLst/>
              <a:gdLst/>
              <a:ahLst/>
              <a:cxnLst/>
              <a:rect l="l" t="t" r="r" b="b"/>
              <a:pathLst>
                <a:path w="916304" h="672464">
                  <a:moveTo>
                    <a:pt x="0" y="671880"/>
                  </a:moveTo>
                  <a:lnTo>
                    <a:pt x="915925" y="671880"/>
                  </a:lnTo>
                  <a:lnTo>
                    <a:pt x="915925" y="0"/>
                  </a:lnTo>
                  <a:lnTo>
                    <a:pt x="0" y="0"/>
                  </a:lnTo>
                  <a:lnTo>
                    <a:pt x="0" y="671880"/>
                  </a:lnTo>
                  <a:close/>
                </a:path>
              </a:pathLst>
            </a:custGeom>
            <a:ln w="1181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9208770" y="1418158"/>
              <a:ext cx="500380" cy="466725"/>
            </a:xfrm>
            <a:custGeom>
              <a:avLst/>
              <a:gdLst/>
              <a:ahLst/>
              <a:cxnLst/>
              <a:rect l="l" t="t" r="r" b="b"/>
              <a:pathLst>
                <a:path w="500379" h="466725">
                  <a:moveTo>
                    <a:pt x="0" y="466140"/>
                  </a:moveTo>
                  <a:lnTo>
                    <a:pt x="499897" y="466140"/>
                  </a:lnTo>
                  <a:lnTo>
                    <a:pt x="499897" y="0"/>
                  </a:lnTo>
                  <a:lnTo>
                    <a:pt x="0" y="0"/>
                  </a:lnTo>
                  <a:lnTo>
                    <a:pt x="0" y="466140"/>
                  </a:lnTo>
                  <a:close/>
                </a:path>
              </a:pathLst>
            </a:custGeom>
            <a:ln w="393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9121013" y="1345056"/>
              <a:ext cx="130810" cy="302895"/>
            </a:xfrm>
            <a:custGeom>
              <a:avLst/>
              <a:gdLst/>
              <a:ahLst/>
              <a:cxnLst/>
              <a:rect l="l" t="t" r="r" b="b"/>
              <a:pathLst>
                <a:path w="130809" h="302894">
                  <a:moveTo>
                    <a:pt x="130429" y="276479"/>
                  </a:moveTo>
                  <a:lnTo>
                    <a:pt x="122199" y="279882"/>
                  </a:lnTo>
                  <a:lnTo>
                    <a:pt x="5448" y="0"/>
                  </a:lnTo>
                  <a:lnTo>
                    <a:pt x="0" y="2286"/>
                  </a:lnTo>
                  <a:lnTo>
                    <a:pt x="116827" y="282092"/>
                  </a:lnTo>
                  <a:lnTo>
                    <a:pt x="108572" y="285496"/>
                  </a:lnTo>
                  <a:lnTo>
                    <a:pt x="128651" y="302768"/>
                  </a:lnTo>
                  <a:lnTo>
                    <a:pt x="129794" y="285750"/>
                  </a:lnTo>
                  <a:lnTo>
                    <a:pt x="130429" y="27647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9007475" y="1812861"/>
              <a:ext cx="918844" cy="234950"/>
            </a:xfrm>
            <a:custGeom>
              <a:avLst/>
              <a:gdLst/>
              <a:ahLst/>
              <a:cxnLst/>
              <a:rect l="l" t="t" r="r" b="b"/>
              <a:pathLst>
                <a:path w="918845" h="234950">
                  <a:moveTo>
                    <a:pt x="0" y="234759"/>
                  </a:moveTo>
                  <a:lnTo>
                    <a:pt x="918461" y="234759"/>
                  </a:lnTo>
                  <a:lnTo>
                    <a:pt x="918461" y="0"/>
                  </a:lnTo>
                  <a:lnTo>
                    <a:pt x="0" y="0"/>
                  </a:lnTo>
                  <a:lnTo>
                    <a:pt x="0" y="234759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500745" y="1444497"/>
              <a:ext cx="317500" cy="113664"/>
            </a:xfrm>
            <a:custGeom>
              <a:avLst/>
              <a:gdLst/>
              <a:ahLst/>
              <a:cxnLst/>
              <a:rect l="l" t="t" r="r" b="b"/>
              <a:pathLst>
                <a:path w="317500" h="113665">
                  <a:moveTo>
                    <a:pt x="317246" y="5588"/>
                  </a:moveTo>
                  <a:lnTo>
                    <a:pt x="315328" y="0"/>
                  </a:lnTo>
                  <a:lnTo>
                    <a:pt x="21475" y="99580"/>
                  </a:lnTo>
                  <a:lnTo>
                    <a:pt x="18656" y="91186"/>
                  </a:lnTo>
                  <a:lnTo>
                    <a:pt x="0" y="109982"/>
                  </a:lnTo>
                  <a:lnTo>
                    <a:pt x="26149" y="113538"/>
                  </a:lnTo>
                  <a:lnTo>
                    <a:pt x="23774" y="106426"/>
                  </a:lnTo>
                  <a:lnTo>
                    <a:pt x="23355" y="105181"/>
                  </a:lnTo>
                  <a:lnTo>
                    <a:pt x="317246" y="558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8875268" y="1343964"/>
              <a:ext cx="306070" cy="243204"/>
            </a:xfrm>
            <a:custGeom>
              <a:avLst/>
              <a:gdLst/>
              <a:ahLst/>
              <a:cxnLst/>
              <a:rect l="l" t="t" r="r" b="b"/>
              <a:pathLst>
                <a:path w="306070" h="243205">
                  <a:moveTo>
                    <a:pt x="305776" y="0"/>
                  </a:moveTo>
                  <a:lnTo>
                    <a:pt x="0" y="0"/>
                  </a:lnTo>
                  <a:lnTo>
                    <a:pt x="0" y="242900"/>
                  </a:lnTo>
                  <a:lnTo>
                    <a:pt x="305776" y="242900"/>
                  </a:lnTo>
                  <a:lnTo>
                    <a:pt x="3057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8875268" y="1343964"/>
              <a:ext cx="306070" cy="243204"/>
            </a:xfrm>
            <a:custGeom>
              <a:avLst/>
              <a:gdLst/>
              <a:ahLst/>
              <a:cxnLst/>
              <a:rect l="l" t="t" r="r" b="b"/>
              <a:pathLst>
                <a:path w="306070" h="243205">
                  <a:moveTo>
                    <a:pt x="0" y="242900"/>
                  </a:moveTo>
                  <a:lnTo>
                    <a:pt x="305776" y="242900"/>
                  </a:lnTo>
                  <a:lnTo>
                    <a:pt x="305776" y="0"/>
                  </a:lnTo>
                  <a:lnTo>
                    <a:pt x="0" y="0"/>
                  </a:lnTo>
                  <a:lnTo>
                    <a:pt x="0" y="242900"/>
                  </a:lnTo>
                  <a:close/>
                </a:path>
              </a:pathLst>
            </a:custGeom>
            <a:ln w="393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8877235" y="1410931"/>
            <a:ext cx="30226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8956" y="1842160"/>
            <a:ext cx="583565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Hạng mục</a:t>
            </a:r>
            <a:r>
              <a:rPr dirty="0" sz="550" spc="-5" b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b="1">
                <a:solidFill>
                  <a:srgbClr val="0000FF"/>
                </a:solidFill>
                <a:latin typeface="Times New Roman"/>
                <a:cs typeface="Times New Roman"/>
              </a:rPr>
              <a:t>chú </a:t>
            </a:r>
            <a:r>
              <a:rPr dirty="0" sz="550" spc="-25" b="1">
                <a:solidFill>
                  <a:srgbClr val="0000FF"/>
                </a:solidFill>
                <a:latin typeface="Times New Roman"/>
                <a:cs typeface="Times New Roman"/>
              </a:rPr>
              <a:t>ý</a:t>
            </a:r>
            <a:r>
              <a:rPr dirty="0" sz="550" spc="-25">
                <a:solidFill>
                  <a:srgbClr val="0000FF"/>
                </a:solidFill>
                <a:latin typeface="Malgun Gothic"/>
                <a:cs typeface="Malgun Gothic"/>
              </a:rPr>
              <a:t>：</a:t>
            </a:r>
            <a:endParaRPr sz="550">
              <a:latin typeface="Malgun Gothic"/>
              <a:cs typeface="Malgun Gothic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007475" y="1812861"/>
            <a:ext cx="918844" cy="234950"/>
          </a:xfrm>
          <a:prstGeom prst="rect">
            <a:avLst/>
          </a:prstGeom>
          <a:solidFill>
            <a:srgbClr val="FFFF00"/>
          </a:solidFill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500" b="1">
                <a:solidFill>
                  <a:srgbClr val="FF0000"/>
                </a:solidFill>
                <a:latin typeface="Times New Roman"/>
                <a:cs typeface="Times New Roman"/>
              </a:rPr>
              <a:t>Dị</a:t>
            </a:r>
            <a:r>
              <a:rPr dirty="0" sz="5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500" spc="-25" b="1">
                <a:solidFill>
                  <a:srgbClr val="FF0000"/>
                </a:solidFill>
                <a:latin typeface="Times New Roman"/>
                <a:cs typeface="Times New Roman"/>
              </a:rPr>
              <a:t>vật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1308" y="1916336"/>
            <a:ext cx="1961514" cy="92964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74295" indent="-61594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74295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Yêu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cầu đeo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bao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ngón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tay,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găng tay, khẩu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trang</a:t>
            </a:r>
            <a:r>
              <a:rPr dirty="0" sz="500" spc="13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hoạt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tính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khi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thao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tác.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74295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Yêu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cầu đeo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dây</a:t>
            </a:r>
            <a:r>
              <a:rPr dirty="0" sz="500" spc="-4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tĩnh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điện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khi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thao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tác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buAutoNum type="arabicPeriod"/>
              <a:tabLst>
                <a:tab pos="74295" algn="l"/>
              </a:tabLst>
            </a:pP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Khoảng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cách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kiểm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tra: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Sản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phẩm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cách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mắt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60cm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góc kiểm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tra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từ 40-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45°</a:t>
            </a:r>
            <a:endParaRPr sz="50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50"/>
              </a:spcBef>
            </a:pP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( Áp</a:t>
            </a:r>
            <a:r>
              <a:rPr dirty="0" sz="500" spc="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dụng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với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cage,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tản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nhiệt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giá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đỡ)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135"/>
              </a:spcBef>
              <a:buAutoNum type="arabicPeriod" startAt="4"/>
              <a:tabLst>
                <a:tab pos="74295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Điều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kiện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ánh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sáng: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&gt;1000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lux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10"/>
              </a:spcBef>
              <a:buAutoNum type="arabicPeriod" startAt="4"/>
              <a:tabLst>
                <a:tab pos="74295" algn="l"/>
              </a:tabLst>
            </a:pP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Khi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phát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hiện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lỗi cần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phán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định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dùng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tài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liệu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kiểm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tra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ngoại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quan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IPC610,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QC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book,</a:t>
            </a:r>
            <a:r>
              <a:rPr dirty="0" sz="500" spc="114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DOC003410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để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phán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định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buAutoNum type="arabicPeriod" startAt="6"/>
              <a:tabLst>
                <a:tab pos="74295" algn="l"/>
              </a:tabLst>
            </a:pP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Khi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thao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tác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chỉ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cầm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vào cạnh của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bản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mạch,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tránh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chạm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vào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các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linh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kiện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trên bản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mạch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và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ngón tay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vàng, không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đeo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nhẫn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và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móng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tay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giả.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95"/>
              </a:spcBef>
              <a:buAutoNum type="arabicPeriod" startAt="7"/>
              <a:tabLst>
                <a:tab pos="74295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Sản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phẩm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lỗi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tạo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R_,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xử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lý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theo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lưu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trình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xử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lý</a:t>
            </a:r>
            <a:r>
              <a:rPr dirty="0" sz="50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sản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phẩm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lỗi,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đặt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vào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vị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trí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lỗi</a:t>
            </a:r>
            <a:endParaRPr sz="500">
              <a:latin typeface="Times New Roman"/>
              <a:cs typeface="Times New Roman"/>
            </a:endParaRPr>
          </a:p>
          <a:p>
            <a:pPr marL="74295" indent="-61594">
              <a:lnSpc>
                <a:spcPct val="100000"/>
              </a:lnSpc>
              <a:spcBef>
                <a:spcPts val="50"/>
              </a:spcBef>
              <a:buAutoNum type="arabicPeriod" startAt="7"/>
              <a:tabLst>
                <a:tab pos="74295" algn="l"/>
              </a:tabLst>
            </a:pP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Công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trạm</a:t>
            </a:r>
            <a:r>
              <a:rPr dirty="0" sz="500" spc="-2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sử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dụng</a:t>
            </a:r>
            <a:r>
              <a:rPr dirty="0" sz="50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quạt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Ion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thổi</a:t>
            </a:r>
            <a:r>
              <a:rPr dirty="0" sz="500" spc="-1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vị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>
                <a:solidFill>
                  <a:srgbClr val="0000FF"/>
                </a:solidFill>
                <a:latin typeface="Times New Roman"/>
                <a:cs typeface="Times New Roman"/>
              </a:rPr>
              <a:t>trí</a:t>
            </a:r>
            <a:r>
              <a:rPr dirty="0" sz="50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0000FF"/>
                </a:solidFill>
                <a:latin typeface="Times New Roman"/>
                <a:cs typeface="Times New Roman"/>
              </a:rPr>
              <a:t>thao</a:t>
            </a:r>
            <a:r>
              <a:rPr dirty="0" sz="500" spc="-20">
                <a:solidFill>
                  <a:srgbClr val="0000FF"/>
                </a:solidFill>
                <a:latin typeface="Times New Roman"/>
                <a:cs typeface="Times New Roman"/>
              </a:rPr>
              <a:t> tác.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8003476" y="2035708"/>
            <a:ext cx="955040" cy="685165"/>
            <a:chOff x="8003476" y="2035708"/>
            <a:chExt cx="955040" cy="685165"/>
          </a:xfrm>
        </p:grpSpPr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0017" y="2035708"/>
              <a:ext cx="936890" cy="59291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8738743" y="2062606"/>
              <a:ext cx="43180" cy="203835"/>
            </a:xfrm>
            <a:custGeom>
              <a:avLst/>
              <a:gdLst/>
              <a:ahLst/>
              <a:cxnLst/>
              <a:rect l="l" t="t" r="r" b="b"/>
              <a:pathLst>
                <a:path w="43179" h="203835">
                  <a:moveTo>
                    <a:pt x="43167" y="178054"/>
                  </a:moveTo>
                  <a:lnTo>
                    <a:pt x="32473" y="179857"/>
                  </a:lnTo>
                  <a:lnTo>
                    <a:pt x="1892" y="0"/>
                  </a:lnTo>
                  <a:lnTo>
                    <a:pt x="0" y="254"/>
                  </a:lnTo>
                  <a:lnTo>
                    <a:pt x="30467" y="180200"/>
                  </a:lnTo>
                  <a:lnTo>
                    <a:pt x="19799" y="181991"/>
                  </a:lnTo>
                  <a:lnTo>
                    <a:pt x="35420" y="203327"/>
                  </a:lnTo>
                  <a:lnTo>
                    <a:pt x="41338" y="184023"/>
                  </a:lnTo>
                  <a:lnTo>
                    <a:pt x="43167" y="17805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320913" y="2122411"/>
              <a:ext cx="587375" cy="330835"/>
            </a:xfrm>
            <a:custGeom>
              <a:avLst/>
              <a:gdLst/>
              <a:ahLst/>
              <a:cxnLst/>
              <a:rect l="l" t="t" r="r" b="b"/>
              <a:pathLst>
                <a:path w="587375" h="330835">
                  <a:moveTo>
                    <a:pt x="0" y="280047"/>
                  </a:moveTo>
                  <a:lnTo>
                    <a:pt x="304862" y="280047"/>
                  </a:lnTo>
                  <a:lnTo>
                    <a:pt x="304862" y="0"/>
                  </a:lnTo>
                  <a:lnTo>
                    <a:pt x="0" y="0"/>
                  </a:lnTo>
                  <a:lnTo>
                    <a:pt x="0" y="280047"/>
                  </a:lnTo>
                  <a:close/>
                </a:path>
                <a:path w="587375" h="330835">
                  <a:moveTo>
                    <a:pt x="319403" y="330720"/>
                  </a:moveTo>
                  <a:lnTo>
                    <a:pt x="587081" y="330720"/>
                  </a:lnTo>
                  <a:lnTo>
                    <a:pt x="587081" y="50673"/>
                  </a:lnTo>
                  <a:lnTo>
                    <a:pt x="319403" y="50673"/>
                  </a:lnTo>
                  <a:lnTo>
                    <a:pt x="319403" y="330720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005699" y="2509139"/>
              <a:ext cx="950594" cy="209550"/>
            </a:xfrm>
            <a:custGeom>
              <a:avLst/>
              <a:gdLst/>
              <a:ahLst/>
              <a:cxnLst/>
              <a:rect l="l" t="t" r="r" b="b"/>
              <a:pathLst>
                <a:path w="950595" h="209550">
                  <a:moveTo>
                    <a:pt x="0" y="0"/>
                  </a:moveTo>
                  <a:lnTo>
                    <a:pt x="554226" y="0"/>
                  </a:lnTo>
                  <a:lnTo>
                    <a:pt x="791716" y="0"/>
                  </a:lnTo>
                  <a:lnTo>
                    <a:pt x="950084" y="0"/>
                  </a:lnTo>
                  <a:lnTo>
                    <a:pt x="950084" y="121920"/>
                  </a:lnTo>
                  <a:lnTo>
                    <a:pt x="950084" y="109600"/>
                  </a:lnTo>
                  <a:lnTo>
                    <a:pt x="950084" y="174117"/>
                  </a:lnTo>
                  <a:lnTo>
                    <a:pt x="950084" y="209042"/>
                  </a:lnTo>
                  <a:lnTo>
                    <a:pt x="791716" y="209042"/>
                  </a:lnTo>
                  <a:lnTo>
                    <a:pt x="554226" y="209042"/>
                  </a:lnTo>
                  <a:lnTo>
                    <a:pt x="0" y="209042"/>
                  </a:lnTo>
                  <a:lnTo>
                    <a:pt x="0" y="174117"/>
                  </a:lnTo>
                  <a:lnTo>
                    <a:pt x="0" y="121920"/>
                  </a:lnTo>
                  <a:lnTo>
                    <a:pt x="0" y="0"/>
                  </a:lnTo>
                  <a:close/>
                </a:path>
              </a:pathLst>
            </a:custGeom>
            <a:ln w="3937">
              <a:solidFill>
                <a:srgbClr val="5A9A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8005698" y="2509520"/>
            <a:ext cx="950594" cy="208279"/>
          </a:xfrm>
          <a:prstGeom prst="rect">
            <a:avLst/>
          </a:prstGeom>
          <a:solidFill>
            <a:srgbClr val="FFFF00"/>
          </a:solidFill>
        </p:spPr>
        <p:txBody>
          <a:bodyPr wrap="square" lIns="0" tIns="59055" rIns="0" bIns="0" rtlCol="0" vert="horz">
            <a:spAutoFit/>
          </a:bodyPr>
          <a:lstStyle/>
          <a:p>
            <a:pPr marL="274320">
              <a:lnSpc>
                <a:spcPct val="100000"/>
              </a:lnSpc>
              <a:spcBef>
                <a:spcPts val="465"/>
              </a:spcBef>
            </a:pPr>
            <a:r>
              <a:rPr dirty="0" sz="550" b="1">
                <a:solidFill>
                  <a:srgbClr val="FF0000"/>
                </a:solidFill>
                <a:latin typeface="Arial"/>
                <a:cs typeface="Arial"/>
              </a:rPr>
              <a:t>Xước</a:t>
            </a:r>
            <a:r>
              <a:rPr dirty="0" sz="550" spc="-2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550" b="1">
                <a:solidFill>
                  <a:srgbClr val="FF0000"/>
                </a:solidFill>
                <a:latin typeface="Arial"/>
                <a:cs typeface="Arial"/>
              </a:rPr>
              <a:t>+</a:t>
            </a:r>
            <a:r>
              <a:rPr dirty="0" sz="550" spc="-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550" spc="-25" b="1">
                <a:solidFill>
                  <a:srgbClr val="FF0000"/>
                </a:solidFill>
                <a:latin typeface="Arial"/>
                <a:cs typeface="Arial"/>
              </a:rPr>
              <a:t>Bẩn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7998586" y="1332864"/>
            <a:ext cx="1952625" cy="1398905"/>
            <a:chOff x="7998586" y="1332864"/>
            <a:chExt cx="1952625" cy="1398905"/>
          </a:xfrm>
        </p:grpSpPr>
        <p:sp>
          <p:nvSpPr>
            <p:cNvPr id="61" name="object 61"/>
            <p:cNvSpPr/>
            <p:nvPr/>
          </p:nvSpPr>
          <p:spPr>
            <a:xfrm>
              <a:off x="8003031" y="1337309"/>
              <a:ext cx="1927225" cy="1390015"/>
            </a:xfrm>
            <a:custGeom>
              <a:avLst/>
              <a:gdLst/>
              <a:ahLst/>
              <a:cxnLst/>
              <a:rect l="l" t="t" r="r" b="b"/>
              <a:pathLst>
                <a:path w="1927225" h="1390014">
                  <a:moveTo>
                    <a:pt x="0" y="1389888"/>
                  </a:moveTo>
                  <a:lnTo>
                    <a:pt x="1926844" y="1389888"/>
                  </a:lnTo>
                  <a:lnTo>
                    <a:pt x="1926844" y="0"/>
                  </a:lnTo>
                  <a:lnTo>
                    <a:pt x="0" y="0"/>
                  </a:lnTo>
                  <a:lnTo>
                    <a:pt x="0" y="1389888"/>
                  </a:lnTo>
                  <a:close/>
                </a:path>
              </a:pathLst>
            </a:custGeom>
            <a:ln w="8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90075" y="2057399"/>
              <a:ext cx="960880" cy="473201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9006204" y="2072678"/>
              <a:ext cx="915669" cy="428625"/>
            </a:xfrm>
            <a:custGeom>
              <a:avLst/>
              <a:gdLst/>
              <a:ahLst/>
              <a:cxnLst/>
              <a:rect l="l" t="t" r="r" b="b"/>
              <a:pathLst>
                <a:path w="915670" h="428625">
                  <a:moveTo>
                    <a:pt x="0" y="428332"/>
                  </a:moveTo>
                  <a:lnTo>
                    <a:pt x="915186" y="428332"/>
                  </a:lnTo>
                  <a:lnTo>
                    <a:pt x="915186" y="0"/>
                  </a:lnTo>
                  <a:lnTo>
                    <a:pt x="0" y="0"/>
                  </a:lnTo>
                  <a:lnTo>
                    <a:pt x="0" y="428332"/>
                  </a:lnTo>
                  <a:close/>
                </a:path>
              </a:pathLst>
            </a:custGeom>
            <a:ln w="1181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9019286" y="2501823"/>
              <a:ext cx="875030" cy="209550"/>
            </a:xfrm>
            <a:custGeom>
              <a:avLst/>
              <a:gdLst/>
              <a:ahLst/>
              <a:cxnLst/>
              <a:rect l="l" t="t" r="r" b="b"/>
              <a:pathLst>
                <a:path w="875029" h="209550">
                  <a:moveTo>
                    <a:pt x="874471" y="0"/>
                  </a:moveTo>
                  <a:lnTo>
                    <a:pt x="0" y="0"/>
                  </a:lnTo>
                  <a:lnTo>
                    <a:pt x="0" y="209118"/>
                  </a:lnTo>
                  <a:lnTo>
                    <a:pt x="874471" y="209118"/>
                  </a:lnTo>
                  <a:lnTo>
                    <a:pt x="874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9019286" y="2501823"/>
              <a:ext cx="875030" cy="209550"/>
            </a:xfrm>
            <a:custGeom>
              <a:avLst/>
              <a:gdLst/>
              <a:ahLst/>
              <a:cxnLst/>
              <a:rect l="l" t="t" r="r" b="b"/>
              <a:pathLst>
                <a:path w="875029" h="209550">
                  <a:moveTo>
                    <a:pt x="0" y="209118"/>
                  </a:moveTo>
                  <a:lnTo>
                    <a:pt x="874471" y="209118"/>
                  </a:lnTo>
                  <a:lnTo>
                    <a:pt x="874471" y="0"/>
                  </a:lnTo>
                  <a:lnTo>
                    <a:pt x="0" y="0"/>
                  </a:lnTo>
                  <a:lnTo>
                    <a:pt x="0" y="209118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 txBox="1"/>
          <p:nvPr/>
        </p:nvSpPr>
        <p:spPr>
          <a:xfrm>
            <a:off x="9007792" y="2547950"/>
            <a:ext cx="883919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4315">
              <a:lnSpc>
                <a:spcPct val="100000"/>
              </a:lnSpc>
              <a:spcBef>
                <a:spcPts val="100"/>
              </a:spcBef>
            </a:pPr>
            <a:r>
              <a:rPr dirty="0" sz="550">
                <a:solidFill>
                  <a:srgbClr val="0000FF"/>
                </a:solidFill>
                <a:latin typeface="Times New Roman"/>
                <a:cs typeface="Times New Roman"/>
              </a:rPr>
              <a:t>Thiếu</a:t>
            </a:r>
            <a:r>
              <a:rPr dirty="0" sz="550" spc="-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0000FF"/>
                </a:solidFill>
                <a:latin typeface="Times New Roman"/>
                <a:cs typeface="Times New Roman"/>
              </a:rPr>
              <a:t>lớp</a:t>
            </a:r>
            <a:r>
              <a:rPr dirty="0" sz="550" spc="5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550" spc="-20">
                <a:solidFill>
                  <a:srgbClr val="0000FF"/>
                </a:solidFill>
                <a:latin typeface="Times New Roman"/>
                <a:cs typeface="Times New Roman"/>
              </a:rPr>
              <a:t>vàng</a:t>
            </a:r>
            <a:endParaRPr sz="550">
              <a:latin typeface="Times New Roman"/>
              <a:cs typeface="Times New Roman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2335466" y="2809506"/>
            <a:ext cx="1790064" cy="1108075"/>
            <a:chOff x="2335466" y="2809506"/>
            <a:chExt cx="1790064" cy="1108075"/>
          </a:xfrm>
        </p:grpSpPr>
        <p:pic>
          <p:nvPicPr>
            <p:cNvPr id="68" name="object 6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42261" y="2809506"/>
              <a:ext cx="1782826" cy="1107808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2337689" y="2815208"/>
              <a:ext cx="250190" cy="189865"/>
            </a:xfrm>
            <a:custGeom>
              <a:avLst/>
              <a:gdLst/>
              <a:ahLst/>
              <a:cxnLst/>
              <a:rect l="l" t="t" r="r" b="b"/>
              <a:pathLst>
                <a:path w="250189" h="189864">
                  <a:moveTo>
                    <a:pt x="249986" y="0"/>
                  </a:moveTo>
                  <a:lnTo>
                    <a:pt x="0" y="0"/>
                  </a:lnTo>
                  <a:lnTo>
                    <a:pt x="0" y="189610"/>
                  </a:lnTo>
                  <a:lnTo>
                    <a:pt x="249986" y="189610"/>
                  </a:lnTo>
                  <a:lnTo>
                    <a:pt x="2499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337689" y="2815208"/>
              <a:ext cx="250190" cy="189865"/>
            </a:xfrm>
            <a:custGeom>
              <a:avLst/>
              <a:gdLst/>
              <a:ahLst/>
              <a:cxnLst/>
              <a:rect l="l" t="t" r="r" b="b"/>
              <a:pathLst>
                <a:path w="250189" h="189864">
                  <a:moveTo>
                    <a:pt x="0" y="189610"/>
                  </a:moveTo>
                  <a:lnTo>
                    <a:pt x="249986" y="189610"/>
                  </a:lnTo>
                  <a:lnTo>
                    <a:pt x="249986" y="0"/>
                  </a:lnTo>
                  <a:lnTo>
                    <a:pt x="0" y="0"/>
                  </a:lnTo>
                  <a:lnTo>
                    <a:pt x="0" y="189610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 txBox="1"/>
          <p:nvPr/>
        </p:nvSpPr>
        <p:spPr>
          <a:xfrm>
            <a:off x="2389123" y="2851607"/>
            <a:ext cx="139700" cy="109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25">
                <a:solidFill>
                  <a:srgbClr val="FF0000"/>
                </a:solidFill>
                <a:latin typeface="Times New Roman"/>
                <a:cs typeface="Times New Roman"/>
              </a:rPr>
              <a:t>H11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091428" y="2762745"/>
            <a:ext cx="297180" cy="195580"/>
          </a:xfrm>
          <a:prstGeom prst="rect">
            <a:avLst/>
          </a:prstGeom>
          <a:solidFill>
            <a:srgbClr val="FFFFFF"/>
          </a:solidFill>
          <a:ln w="5904">
            <a:solidFill>
              <a:srgbClr val="FF0000"/>
            </a:solidFill>
          </a:ln>
        </p:spPr>
        <p:txBody>
          <a:bodyPr wrap="square" lIns="0" tIns="4953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390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H3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410068" y="2750604"/>
            <a:ext cx="555625" cy="219075"/>
          </a:xfrm>
          <a:custGeom>
            <a:avLst/>
            <a:gdLst/>
            <a:ahLst/>
            <a:cxnLst/>
            <a:rect l="l" t="t" r="r" b="b"/>
            <a:pathLst>
              <a:path w="555625" h="219075">
                <a:moveTo>
                  <a:pt x="0" y="0"/>
                </a:moveTo>
                <a:lnTo>
                  <a:pt x="555625" y="0"/>
                </a:lnTo>
                <a:lnTo>
                  <a:pt x="5556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ln w="393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7410068" y="2750604"/>
            <a:ext cx="555625" cy="21907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66675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525"/>
              </a:spcBef>
            </a:pPr>
            <a:r>
              <a:rPr dirty="0" sz="500" b="1">
                <a:latin typeface="Times New Roman"/>
                <a:cs typeface="Times New Roman"/>
              </a:rPr>
              <a:t>Mặt</a:t>
            </a:r>
            <a:r>
              <a:rPr dirty="0" sz="500" spc="-15" b="1">
                <a:latin typeface="Times New Roman"/>
                <a:cs typeface="Times New Roman"/>
              </a:rPr>
              <a:t> </a:t>
            </a:r>
            <a:r>
              <a:rPr dirty="0" sz="500" spc="-25" b="1">
                <a:latin typeface="Times New Roman"/>
                <a:cs typeface="Times New Roman"/>
              </a:rPr>
              <a:t>Bot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4210875" y="2313025"/>
            <a:ext cx="5477510" cy="1635125"/>
            <a:chOff x="4210875" y="2313025"/>
            <a:chExt cx="5477510" cy="1635125"/>
          </a:xfrm>
        </p:grpSpPr>
        <p:sp>
          <p:nvSpPr>
            <p:cNvPr id="76" name="object 76"/>
            <p:cNvSpPr/>
            <p:nvPr/>
          </p:nvSpPr>
          <p:spPr>
            <a:xfrm>
              <a:off x="9350121" y="2315248"/>
              <a:ext cx="336550" cy="168910"/>
            </a:xfrm>
            <a:custGeom>
              <a:avLst/>
              <a:gdLst/>
              <a:ahLst/>
              <a:cxnLst/>
              <a:rect l="l" t="t" r="r" b="b"/>
              <a:pathLst>
                <a:path w="336550" h="168910">
                  <a:moveTo>
                    <a:pt x="0" y="168744"/>
                  </a:moveTo>
                  <a:lnTo>
                    <a:pt x="336015" y="168744"/>
                  </a:lnTo>
                  <a:lnTo>
                    <a:pt x="336015" y="0"/>
                  </a:lnTo>
                  <a:lnTo>
                    <a:pt x="0" y="0"/>
                  </a:lnTo>
                  <a:lnTo>
                    <a:pt x="0" y="168744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19067" y="2800959"/>
              <a:ext cx="1820799" cy="1146581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212463" y="2795346"/>
              <a:ext cx="221615" cy="180975"/>
            </a:xfrm>
            <a:custGeom>
              <a:avLst/>
              <a:gdLst/>
              <a:ahLst/>
              <a:cxnLst/>
              <a:rect l="l" t="t" r="r" b="b"/>
              <a:pathLst>
                <a:path w="221614" h="180975">
                  <a:moveTo>
                    <a:pt x="221183" y="0"/>
                  </a:moveTo>
                  <a:lnTo>
                    <a:pt x="0" y="0"/>
                  </a:lnTo>
                  <a:lnTo>
                    <a:pt x="0" y="180771"/>
                  </a:lnTo>
                  <a:lnTo>
                    <a:pt x="221183" y="180771"/>
                  </a:lnTo>
                  <a:lnTo>
                    <a:pt x="221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4212463" y="2795346"/>
              <a:ext cx="221615" cy="180975"/>
            </a:xfrm>
            <a:custGeom>
              <a:avLst/>
              <a:gdLst/>
              <a:ahLst/>
              <a:cxnLst/>
              <a:rect l="l" t="t" r="r" b="b"/>
              <a:pathLst>
                <a:path w="221614" h="180975">
                  <a:moveTo>
                    <a:pt x="0" y="180771"/>
                  </a:moveTo>
                  <a:lnTo>
                    <a:pt x="221183" y="180771"/>
                  </a:lnTo>
                  <a:lnTo>
                    <a:pt x="221183" y="0"/>
                  </a:lnTo>
                  <a:lnTo>
                    <a:pt x="0" y="0"/>
                  </a:lnTo>
                  <a:lnTo>
                    <a:pt x="0" y="180771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4212463" y="2795346"/>
            <a:ext cx="1827530" cy="115252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73025">
              <a:lnSpc>
                <a:spcPct val="100000"/>
              </a:lnSpc>
              <a:spcBef>
                <a:spcPts val="409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H6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163892" y="1876983"/>
            <a:ext cx="9792335" cy="3434079"/>
            <a:chOff x="163892" y="1876983"/>
            <a:chExt cx="9792335" cy="3434079"/>
          </a:xfrm>
        </p:grpSpPr>
        <p:pic>
          <p:nvPicPr>
            <p:cNvPr id="82" name="object 8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3892" y="1876983"/>
              <a:ext cx="123203" cy="5494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34027" y="4694694"/>
              <a:ext cx="903338" cy="608571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67604" y="4696333"/>
              <a:ext cx="844499" cy="587882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90463" y="4102811"/>
              <a:ext cx="771398" cy="51274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699675" y="4101338"/>
              <a:ext cx="1770340" cy="120916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04429" y="2789085"/>
              <a:ext cx="1951583" cy="1197698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998586" y="2773553"/>
              <a:ext cx="261620" cy="240029"/>
            </a:xfrm>
            <a:custGeom>
              <a:avLst/>
              <a:gdLst/>
              <a:ahLst/>
              <a:cxnLst/>
              <a:rect l="l" t="t" r="r" b="b"/>
              <a:pathLst>
                <a:path w="261620" h="240030">
                  <a:moveTo>
                    <a:pt x="261250" y="0"/>
                  </a:moveTo>
                  <a:lnTo>
                    <a:pt x="0" y="0"/>
                  </a:lnTo>
                  <a:lnTo>
                    <a:pt x="0" y="239902"/>
                  </a:lnTo>
                  <a:lnTo>
                    <a:pt x="261250" y="239902"/>
                  </a:lnTo>
                  <a:lnTo>
                    <a:pt x="2612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7998586" y="2773552"/>
            <a:ext cx="261620" cy="240029"/>
          </a:xfrm>
          <a:prstGeom prst="rect">
            <a:avLst/>
          </a:prstGeom>
          <a:ln w="3175">
            <a:solidFill>
              <a:srgbClr val="FF0000"/>
            </a:solidFill>
          </a:ln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500">
              <a:latin typeface="Times New Roman"/>
              <a:cs typeface="Times New Roman"/>
            </a:endParaRPr>
          </a:p>
          <a:p>
            <a:pPr algn="ctr" marL="6350">
              <a:lnSpc>
                <a:spcPct val="100000"/>
              </a:lnSpc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H4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838310" y="2790837"/>
            <a:ext cx="161290" cy="243840"/>
          </a:xfrm>
          <a:prstGeom prst="rect">
            <a:avLst/>
          </a:prstGeom>
          <a:solidFill>
            <a:srgbClr val="92D050"/>
          </a:solidFill>
          <a:ln w="3175">
            <a:solidFill>
              <a:srgbClr val="FF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endParaRPr sz="500">
              <a:latin typeface="Times New Roman"/>
              <a:cs typeface="Times New Roman"/>
            </a:endParaRPr>
          </a:p>
          <a:p>
            <a:pPr marL="36195">
              <a:lnSpc>
                <a:spcPct val="100000"/>
              </a:lnSpc>
            </a:pPr>
            <a:r>
              <a:rPr dirty="0" sz="500" spc="-25">
                <a:latin typeface="Times New Roman"/>
                <a:cs typeface="Times New Roman"/>
              </a:rPr>
              <a:t>OK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9809657" y="2785833"/>
            <a:ext cx="154305" cy="227329"/>
          </a:xfrm>
          <a:custGeom>
            <a:avLst/>
            <a:gdLst/>
            <a:ahLst/>
            <a:cxnLst/>
            <a:rect l="l" t="t" r="r" b="b"/>
            <a:pathLst>
              <a:path w="154304" h="227330">
                <a:moveTo>
                  <a:pt x="154305" y="0"/>
                </a:moveTo>
                <a:lnTo>
                  <a:pt x="0" y="0"/>
                </a:lnTo>
                <a:lnTo>
                  <a:pt x="0" y="227329"/>
                </a:lnTo>
                <a:lnTo>
                  <a:pt x="154305" y="227329"/>
                </a:lnTo>
                <a:lnTo>
                  <a:pt x="15430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9829977" y="2847695"/>
            <a:ext cx="11430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latin typeface="Times New Roman"/>
                <a:cs typeface="Times New Roman"/>
              </a:rPr>
              <a:t>NG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3671379" y="4088714"/>
            <a:ext cx="281940" cy="176530"/>
            <a:chOff x="3671379" y="4088714"/>
            <a:chExt cx="281940" cy="176530"/>
          </a:xfrm>
        </p:grpSpPr>
        <p:sp>
          <p:nvSpPr>
            <p:cNvPr id="94" name="object 94"/>
            <p:cNvSpPr/>
            <p:nvPr/>
          </p:nvSpPr>
          <p:spPr>
            <a:xfrm>
              <a:off x="3672966" y="4090301"/>
              <a:ext cx="278765" cy="173355"/>
            </a:xfrm>
            <a:custGeom>
              <a:avLst/>
              <a:gdLst/>
              <a:ahLst/>
              <a:cxnLst/>
              <a:rect l="l" t="t" r="r" b="b"/>
              <a:pathLst>
                <a:path w="278764" h="173354">
                  <a:moveTo>
                    <a:pt x="278423" y="0"/>
                  </a:moveTo>
                  <a:lnTo>
                    <a:pt x="0" y="0"/>
                  </a:lnTo>
                  <a:lnTo>
                    <a:pt x="0" y="172961"/>
                  </a:lnTo>
                  <a:lnTo>
                    <a:pt x="278423" y="172961"/>
                  </a:lnTo>
                  <a:lnTo>
                    <a:pt x="2784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3672966" y="4090301"/>
              <a:ext cx="278765" cy="173355"/>
            </a:xfrm>
            <a:custGeom>
              <a:avLst/>
              <a:gdLst/>
              <a:ahLst/>
              <a:cxnLst/>
              <a:rect l="l" t="t" r="r" b="b"/>
              <a:pathLst>
                <a:path w="278764" h="173354">
                  <a:moveTo>
                    <a:pt x="0" y="0"/>
                  </a:moveTo>
                  <a:lnTo>
                    <a:pt x="278765" y="0"/>
                  </a:lnTo>
                  <a:lnTo>
                    <a:pt x="278765" y="173354"/>
                  </a:lnTo>
                  <a:lnTo>
                    <a:pt x="0" y="173354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3738371" y="4125493"/>
            <a:ext cx="14351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0">
                <a:solidFill>
                  <a:srgbClr val="FF0000"/>
                </a:solidFill>
                <a:latin typeface="Times New Roman"/>
                <a:cs typeface="Times New Roman"/>
              </a:rPr>
              <a:t>H5.2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330050" y="4092359"/>
            <a:ext cx="274320" cy="133985"/>
          </a:xfrm>
          <a:prstGeom prst="rect">
            <a:avLst/>
          </a:prstGeom>
          <a:solidFill>
            <a:srgbClr val="92D050"/>
          </a:solidFill>
          <a:ln w="3175">
            <a:solidFill>
              <a:srgbClr val="92D050"/>
            </a:solidFill>
          </a:ln>
        </p:spPr>
        <p:txBody>
          <a:bodyPr wrap="square" lIns="0" tIns="254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dirty="0" sz="500" spc="-25">
                <a:latin typeface="Times New Roman"/>
                <a:cs typeface="Times New Roman"/>
              </a:rPr>
              <a:t>OK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6342507" y="4140365"/>
            <a:ext cx="2386965" cy="1296035"/>
            <a:chOff x="6342507" y="4140365"/>
            <a:chExt cx="2386965" cy="1296035"/>
          </a:xfrm>
        </p:grpSpPr>
        <p:pic>
          <p:nvPicPr>
            <p:cNvPr id="99" name="object 9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57516" y="4150779"/>
              <a:ext cx="1171192" cy="1277531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7816723" y="4707483"/>
              <a:ext cx="638810" cy="547370"/>
            </a:xfrm>
            <a:custGeom>
              <a:avLst/>
              <a:gdLst/>
              <a:ahLst/>
              <a:cxnLst/>
              <a:rect l="l" t="t" r="r" b="b"/>
              <a:pathLst>
                <a:path w="638809" h="547370">
                  <a:moveTo>
                    <a:pt x="14349" y="135153"/>
                  </a:moveTo>
                  <a:lnTo>
                    <a:pt x="638378" y="135153"/>
                  </a:lnTo>
                  <a:lnTo>
                    <a:pt x="638378" y="0"/>
                  </a:lnTo>
                  <a:lnTo>
                    <a:pt x="14349" y="0"/>
                  </a:lnTo>
                  <a:lnTo>
                    <a:pt x="14349" y="135153"/>
                  </a:lnTo>
                  <a:close/>
                </a:path>
                <a:path w="638809" h="547370">
                  <a:moveTo>
                    <a:pt x="0" y="547014"/>
                  </a:moveTo>
                  <a:lnTo>
                    <a:pt x="624028" y="547014"/>
                  </a:lnTo>
                  <a:lnTo>
                    <a:pt x="624028" y="411860"/>
                  </a:lnTo>
                  <a:lnTo>
                    <a:pt x="0" y="411860"/>
                  </a:lnTo>
                  <a:lnTo>
                    <a:pt x="0" y="547014"/>
                  </a:lnTo>
                  <a:close/>
                </a:path>
              </a:pathLst>
            </a:custGeom>
            <a:ln w="1181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7893558" y="4234446"/>
              <a:ext cx="504190" cy="170815"/>
            </a:xfrm>
            <a:custGeom>
              <a:avLst/>
              <a:gdLst/>
              <a:ahLst/>
              <a:cxnLst/>
              <a:rect l="l" t="t" r="r" b="b"/>
              <a:pathLst>
                <a:path w="504190" h="170814">
                  <a:moveTo>
                    <a:pt x="0" y="170548"/>
                  </a:moveTo>
                  <a:lnTo>
                    <a:pt x="504023" y="170548"/>
                  </a:lnTo>
                  <a:lnTo>
                    <a:pt x="504023" y="0"/>
                  </a:lnTo>
                  <a:lnTo>
                    <a:pt x="0" y="0"/>
                  </a:lnTo>
                  <a:lnTo>
                    <a:pt x="0" y="170548"/>
                  </a:lnTo>
                  <a:close/>
                </a:path>
              </a:pathLst>
            </a:custGeom>
            <a:ln w="17715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8540369" y="4154144"/>
              <a:ext cx="187325" cy="117475"/>
            </a:xfrm>
            <a:custGeom>
              <a:avLst/>
              <a:gdLst/>
              <a:ahLst/>
              <a:cxnLst/>
              <a:rect l="l" t="t" r="r" b="b"/>
              <a:pathLst>
                <a:path w="187325" h="117475">
                  <a:moveTo>
                    <a:pt x="0" y="117246"/>
                  </a:moveTo>
                  <a:lnTo>
                    <a:pt x="187006" y="117246"/>
                  </a:lnTo>
                  <a:lnTo>
                    <a:pt x="187006" y="0"/>
                  </a:lnTo>
                  <a:lnTo>
                    <a:pt x="0" y="0"/>
                  </a:lnTo>
                  <a:lnTo>
                    <a:pt x="0" y="117246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43777" y="4143006"/>
              <a:ext cx="1235481" cy="1292974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372225" y="4278782"/>
              <a:ext cx="1057910" cy="340995"/>
            </a:xfrm>
            <a:custGeom>
              <a:avLst/>
              <a:gdLst/>
              <a:ahLst/>
              <a:cxnLst/>
              <a:rect l="l" t="t" r="r" b="b"/>
              <a:pathLst>
                <a:path w="1057909" h="340995">
                  <a:moveTo>
                    <a:pt x="0" y="340969"/>
                  </a:moveTo>
                  <a:lnTo>
                    <a:pt x="1057478" y="340969"/>
                  </a:lnTo>
                  <a:lnTo>
                    <a:pt x="1057478" y="0"/>
                  </a:lnTo>
                  <a:lnTo>
                    <a:pt x="0" y="0"/>
                  </a:lnTo>
                  <a:lnTo>
                    <a:pt x="0" y="340969"/>
                  </a:lnTo>
                  <a:close/>
                </a:path>
              </a:pathLst>
            </a:custGeom>
            <a:ln w="23621">
              <a:solidFill>
                <a:srgbClr val="92D0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6351397" y="4939195"/>
              <a:ext cx="1140460" cy="429259"/>
            </a:xfrm>
            <a:custGeom>
              <a:avLst/>
              <a:gdLst/>
              <a:ahLst/>
              <a:cxnLst/>
              <a:rect l="l" t="t" r="r" b="b"/>
              <a:pathLst>
                <a:path w="1140459" h="429260">
                  <a:moveTo>
                    <a:pt x="0" y="428840"/>
                  </a:moveTo>
                  <a:lnTo>
                    <a:pt x="1140206" y="428840"/>
                  </a:lnTo>
                  <a:lnTo>
                    <a:pt x="1140206" y="0"/>
                  </a:lnTo>
                  <a:lnTo>
                    <a:pt x="0" y="0"/>
                  </a:lnTo>
                  <a:lnTo>
                    <a:pt x="0" y="428840"/>
                  </a:lnTo>
                  <a:close/>
                </a:path>
              </a:pathLst>
            </a:custGeom>
            <a:ln w="1771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7494270" y="4140365"/>
              <a:ext cx="258445" cy="179070"/>
            </a:xfrm>
            <a:custGeom>
              <a:avLst/>
              <a:gdLst/>
              <a:ahLst/>
              <a:cxnLst/>
              <a:rect l="l" t="t" r="r" b="b"/>
              <a:pathLst>
                <a:path w="258445" h="179070">
                  <a:moveTo>
                    <a:pt x="258024" y="0"/>
                  </a:moveTo>
                  <a:lnTo>
                    <a:pt x="0" y="0"/>
                  </a:lnTo>
                  <a:lnTo>
                    <a:pt x="0" y="178904"/>
                  </a:lnTo>
                  <a:lnTo>
                    <a:pt x="258024" y="178904"/>
                  </a:lnTo>
                  <a:lnTo>
                    <a:pt x="2580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7" name="object 107"/>
          <p:cNvSpPr txBox="1"/>
          <p:nvPr/>
        </p:nvSpPr>
        <p:spPr>
          <a:xfrm>
            <a:off x="7494269" y="4140365"/>
            <a:ext cx="258445" cy="179070"/>
          </a:xfrm>
          <a:prstGeom prst="rect">
            <a:avLst/>
          </a:prstGeom>
          <a:ln w="3175">
            <a:solidFill>
              <a:srgbClr val="FF0000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67945">
              <a:lnSpc>
                <a:spcPct val="100000"/>
              </a:lnSpc>
              <a:spcBef>
                <a:spcPts val="375"/>
              </a:spcBef>
            </a:pPr>
            <a:r>
              <a:rPr dirty="0" sz="500" spc="-20">
                <a:solidFill>
                  <a:srgbClr val="FF0000"/>
                </a:solidFill>
                <a:latin typeface="Times New Roman"/>
                <a:cs typeface="Times New Roman"/>
              </a:rPr>
              <a:t>H5.1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8541842" y="4172496"/>
            <a:ext cx="185420" cy="97790"/>
          </a:xfrm>
          <a:custGeom>
            <a:avLst/>
            <a:gdLst/>
            <a:ahLst/>
            <a:cxnLst/>
            <a:rect l="l" t="t" r="r" b="b"/>
            <a:pathLst>
              <a:path w="185420" h="97789">
                <a:moveTo>
                  <a:pt x="185420" y="0"/>
                </a:moveTo>
                <a:lnTo>
                  <a:pt x="0" y="0"/>
                </a:lnTo>
                <a:lnTo>
                  <a:pt x="0" y="97790"/>
                </a:lnTo>
                <a:lnTo>
                  <a:pt x="185420" y="97790"/>
                </a:lnTo>
                <a:lnTo>
                  <a:pt x="185420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 txBox="1"/>
          <p:nvPr/>
        </p:nvSpPr>
        <p:spPr>
          <a:xfrm>
            <a:off x="8577402" y="4158157"/>
            <a:ext cx="11430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latin typeface="Times New Roman"/>
                <a:cs typeface="Times New Roman"/>
              </a:rPr>
              <a:t>OK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8516036" y="4944211"/>
            <a:ext cx="198755" cy="137795"/>
          </a:xfrm>
          <a:custGeom>
            <a:avLst/>
            <a:gdLst/>
            <a:ahLst/>
            <a:cxnLst/>
            <a:rect l="l" t="t" r="r" b="b"/>
            <a:pathLst>
              <a:path w="198754" h="137795">
                <a:moveTo>
                  <a:pt x="0" y="0"/>
                </a:moveTo>
                <a:lnTo>
                  <a:pt x="198755" y="0"/>
                </a:lnTo>
                <a:lnTo>
                  <a:pt x="198755" y="137795"/>
                </a:lnTo>
                <a:lnTo>
                  <a:pt x="0" y="137795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 txBox="1"/>
          <p:nvPr/>
        </p:nvSpPr>
        <p:spPr>
          <a:xfrm>
            <a:off x="8514448" y="4942624"/>
            <a:ext cx="201930" cy="140970"/>
          </a:xfrm>
          <a:prstGeom prst="rect">
            <a:avLst/>
          </a:prstGeom>
          <a:solidFill>
            <a:srgbClr val="FF0000"/>
          </a:solidFill>
        </p:spPr>
        <p:txBody>
          <a:bodyPr wrap="square" lIns="0" tIns="29209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229"/>
              </a:spcBef>
            </a:pPr>
            <a:r>
              <a:rPr dirty="0" sz="500" spc="-25">
                <a:latin typeface="Times New Roman"/>
                <a:cs typeface="Times New Roman"/>
              </a:rPr>
              <a:t>NG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8521700" y="4160354"/>
            <a:ext cx="1473200" cy="1214755"/>
            <a:chOff x="8521700" y="4160354"/>
            <a:chExt cx="1473200" cy="1214755"/>
          </a:xfrm>
        </p:grpSpPr>
        <p:pic>
          <p:nvPicPr>
            <p:cNvPr id="113" name="object 11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766429" y="4222369"/>
              <a:ext cx="641299" cy="1107058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8731122" y="4171022"/>
              <a:ext cx="1241425" cy="1199515"/>
            </a:xfrm>
            <a:custGeom>
              <a:avLst/>
              <a:gdLst/>
              <a:ahLst/>
              <a:cxnLst/>
              <a:rect l="l" t="t" r="r" b="b"/>
              <a:pathLst>
                <a:path w="1241425" h="1199514">
                  <a:moveTo>
                    <a:pt x="0" y="1199426"/>
                  </a:moveTo>
                  <a:lnTo>
                    <a:pt x="1241412" y="1199426"/>
                  </a:lnTo>
                  <a:lnTo>
                    <a:pt x="1241412" y="0"/>
                  </a:lnTo>
                  <a:lnTo>
                    <a:pt x="0" y="0"/>
                  </a:lnTo>
                  <a:lnTo>
                    <a:pt x="0" y="1199426"/>
                  </a:lnTo>
                  <a:close/>
                </a:path>
              </a:pathLst>
            </a:custGeom>
            <a:ln w="8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423272" y="4239514"/>
              <a:ext cx="531849" cy="1109472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9054465" y="4663744"/>
              <a:ext cx="254635" cy="382270"/>
            </a:xfrm>
            <a:custGeom>
              <a:avLst/>
              <a:gdLst/>
              <a:ahLst/>
              <a:cxnLst/>
              <a:rect l="l" t="t" r="r" b="b"/>
              <a:pathLst>
                <a:path w="254634" h="382270">
                  <a:moveTo>
                    <a:pt x="0" y="381838"/>
                  </a:moveTo>
                  <a:lnTo>
                    <a:pt x="254533" y="381838"/>
                  </a:lnTo>
                  <a:lnTo>
                    <a:pt x="254533" y="0"/>
                  </a:lnTo>
                  <a:lnTo>
                    <a:pt x="0" y="0"/>
                  </a:lnTo>
                  <a:lnTo>
                    <a:pt x="0" y="381838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9646411" y="4161942"/>
              <a:ext cx="347345" cy="198755"/>
            </a:xfrm>
            <a:custGeom>
              <a:avLst/>
              <a:gdLst/>
              <a:ahLst/>
              <a:cxnLst/>
              <a:rect l="l" t="t" r="r" b="b"/>
              <a:pathLst>
                <a:path w="347345" h="198754">
                  <a:moveTo>
                    <a:pt x="346848" y="0"/>
                  </a:moveTo>
                  <a:lnTo>
                    <a:pt x="0" y="0"/>
                  </a:lnTo>
                  <a:lnTo>
                    <a:pt x="0" y="198475"/>
                  </a:lnTo>
                  <a:lnTo>
                    <a:pt x="346848" y="198475"/>
                  </a:lnTo>
                  <a:lnTo>
                    <a:pt x="3468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646411" y="4161942"/>
              <a:ext cx="347345" cy="198755"/>
            </a:xfrm>
            <a:custGeom>
              <a:avLst/>
              <a:gdLst/>
              <a:ahLst/>
              <a:cxnLst/>
              <a:rect l="l" t="t" r="r" b="b"/>
              <a:pathLst>
                <a:path w="347345" h="198754">
                  <a:moveTo>
                    <a:pt x="0" y="198475"/>
                  </a:moveTo>
                  <a:lnTo>
                    <a:pt x="346848" y="198475"/>
                  </a:lnTo>
                  <a:lnTo>
                    <a:pt x="346848" y="0"/>
                  </a:lnTo>
                  <a:lnTo>
                    <a:pt x="0" y="0"/>
                  </a:lnTo>
                  <a:lnTo>
                    <a:pt x="0" y="198475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8521700" y="4175455"/>
              <a:ext cx="501650" cy="553085"/>
            </a:xfrm>
            <a:custGeom>
              <a:avLst/>
              <a:gdLst/>
              <a:ahLst/>
              <a:cxnLst/>
              <a:rect l="l" t="t" r="r" b="b"/>
              <a:pathLst>
                <a:path w="501650" h="553085">
                  <a:moveTo>
                    <a:pt x="467347" y="552627"/>
                  </a:moveTo>
                  <a:lnTo>
                    <a:pt x="462597" y="542086"/>
                  </a:lnTo>
                  <a:lnTo>
                    <a:pt x="455168" y="525576"/>
                  </a:lnTo>
                  <a:lnTo>
                    <a:pt x="449580" y="532434"/>
                  </a:lnTo>
                  <a:lnTo>
                    <a:pt x="5702" y="169341"/>
                  </a:lnTo>
                  <a:lnTo>
                    <a:pt x="0" y="176199"/>
                  </a:lnTo>
                  <a:lnTo>
                    <a:pt x="443992" y="539280"/>
                  </a:lnTo>
                  <a:lnTo>
                    <a:pt x="438391" y="546150"/>
                  </a:lnTo>
                  <a:lnTo>
                    <a:pt x="467347" y="552627"/>
                  </a:lnTo>
                  <a:close/>
                </a:path>
                <a:path w="501650" h="553085">
                  <a:moveTo>
                    <a:pt x="501510" y="0"/>
                  </a:moveTo>
                  <a:lnTo>
                    <a:pt x="213855" y="0"/>
                  </a:lnTo>
                  <a:lnTo>
                    <a:pt x="213855" y="257810"/>
                  </a:lnTo>
                  <a:lnTo>
                    <a:pt x="501510" y="257810"/>
                  </a:lnTo>
                  <a:lnTo>
                    <a:pt x="50151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" name="object 120"/>
          <p:cNvSpPr txBox="1"/>
          <p:nvPr/>
        </p:nvSpPr>
        <p:spPr>
          <a:xfrm>
            <a:off x="8843512" y="4267492"/>
            <a:ext cx="95885" cy="8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25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endParaRPr sz="4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4151756" y="4565878"/>
            <a:ext cx="44450" cy="78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" spc="-5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350">
              <a:latin typeface="Calibri"/>
              <a:cs typeface="Calibri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1461008" y="4055935"/>
            <a:ext cx="4724400" cy="1285875"/>
            <a:chOff x="1461008" y="4055935"/>
            <a:chExt cx="4724400" cy="1285875"/>
          </a:xfrm>
        </p:grpSpPr>
        <p:sp>
          <p:nvSpPr>
            <p:cNvPr id="124" name="object 124"/>
            <p:cNvSpPr/>
            <p:nvPr/>
          </p:nvSpPr>
          <p:spPr>
            <a:xfrm>
              <a:off x="4208907" y="4425060"/>
              <a:ext cx="821690" cy="181610"/>
            </a:xfrm>
            <a:custGeom>
              <a:avLst/>
              <a:gdLst/>
              <a:ahLst/>
              <a:cxnLst/>
              <a:rect l="l" t="t" r="r" b="b"/>
              <a:pathLst>
                <a:path w="821689" h="181610">
                  <a:moveTo>
                    <a:pt x="821309" y="10414"/>
                  </a:moveTo>
                  <a:lnTo>
                    <a:pt x="783082" y="0"/>
                  </a:lnTo>
                  <a:lnTo>
                    <a:pt x="785406" y="11582"/>
                  </a:lnTo>
                  <a:lnTo>
                    <a:pt x="0" y="169799"/>
                  </a:lnTo>
                  <a:lnTo>
                    <a:pt x="2400" y="181356"/>
                  </a:lnTo>
                  <a:lnTo>
                    <a:pt x="787730" y="23126"/>
                  </a:lnTo>
                  <a:lnTo>
                    <a:pt x="790067" y="34671"/>
                  </a:lnTo>
                  <a:lnTo>
                    <a:pt x="821309" y="10414"/>
                  </a:lnTo>
                  <a:close/>
                </a:path>
              </a:pathLst>
            </a:custGeom>
            <a:solidFill>
              <a:srgbClr val="66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4213733" y="4819649"/>
              <a:ext cx="761365" cy="137160"/>
            </a:xfrm>
            <a:custGeom>
              <a:avLst/>
              <a:gdLst/>
              <a:ahLst/>
              <a:cxnLst/>
              <a:rect l="l" t="t" r="r" b="b"/>
              <a:pathLst>
                <a:path w="761364" h="137160">
                  <a:moveTo>
                    <a:pt x="761238" y="125095"/>
                  </a:moveTo>
                  <a:lnTo>
                    <a:pt x="728980" y="102108"/>
                  </a:lnTo>
                  <a:lnTo>
                    <a:pt x="727151" y="113779"/>
                  </a:lnTo>
                  <a:lnTo>
                    <a:pt x="1892" y="0"/>
                  </a:lnTo>
                  <a:lnTo>
                    <a:pt x="0" y="11684"/>
                  </a:lnTo>
                  <a:lnTo>
                    <a:pt x="725322" y="125450"/>
                  </a:lnTo>
                  <a:lnTo>
                    <a:pt x="723519" y="137033"/>
                  </a:lnTo>
                  <a:lnTo>
                    <a:pt x="757224" y="126365"/>
                  </a:lnTo>
                  <a:lnTo>
                    <a:pt x="761238" y="12509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32592" y="4779657"/>
              <a:ext cx="86581" cy="91782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5803392" y="4165345"/>
              <a:ext cx="377825" cy="403860"/>
            </a:xfrm>
            <a:custGeom>
              <a:avLst/>
              <a:gdLst/>
              <a:ahLst/>
              <a:cxnLst/>
              <a:rect l="l" t="t" r="r" b="b"/>
              <a:pathLst>
                <a:path w="377825" h="403860">
                  <a:moveTo>
                    <a:pt x="0" y="201929"/>
                  </a:moveTo>
                  <a:lnTo>
                    <a:pt x="4981" y="155638"/>
                  </a:lnTo>
                  <a:lnTo>
                    <a:pt x="19174" y="113131"/>
                  </a:lnTo>
                  <a:lnTo>
                    <a:pt x="41446" y="75641"/>
                  </a:lnTo>
                  <a:lnTo>
                    <a:pt x="70668" y="44361"/>
                  </a:lnTo>
                  <a:lnTo>
                    <a:pt x="105708" y="20523"/>
                  </a:lnTo>
                  <a:lnTo>
                    <a:pt x="145436" y="5333"/>
                  </a:lnTo>
                  <a:lnTo>
                    <a:pt x="188722" y="0"/>
                  </a:lnTo>
                  <a:lnTo>
                    <a:pt x="232006" y="5333"/>
                  </a:lnTo>
                  <a:lnTo>
                    <a:pt x="271734" y="20523"/>
                  </a:lnTo>
                  <a:lnTo>
                    <a:pt x="306773" y="44361"/>
                  </a:lnTo>
                  <a:lnTo>
                    <a:pt x="335996" y="75641"/>
                  </a:lnTo>
                  <a:lnTo>
                    <a:pt x="358268" y="113131"/>
                  </a:lnTo>
                  <a:lnTo>
                    <a:pt x="372460" y="155638"/>
                  </a:lnTo>
                  <a:lnTo>
                    <a:pt x="377444" y="201929"/>
                  </a:lnTo>
                  <a:lnTo>
                    <a:pt x="372460" y="248221"/>
                  </a:lnTo>
                  <a:lnTo>
                    <a:pt x="358268" y="290728"/>
                  </a:lnTo>
                  <a:lnTo>
                    <a:pt x="335996" y="328218"/>
                  </a:lnTo>
                  <a:lnTo>
                    <a:pt x="306773" y="359486"/>
                  </a:lnTo>
                  <a:lnTo>
                    <a:pt x="271734" y="383336"/>
                  </a:lnTo>
                  <a:lnTo>
                    <a:pt x="232006" y="398525"/>
                  </a:lnTo>
                  <a:lnTo>
                    <a:pt x="188722" y="403859"/>
                  </a:lnTo>
                  <a:lnTo>
                    <a:pt x="145436" y="398525"/>
                  </a:lnTo>
                  <a:lnTo>
                    <a:pt x="105708" y="383336"/>
                  </a:lnTo>
                  <a:lnTo>
                    <a:pt x="70668" y="359486"/>
                  </a:lnTo>
                  <a:lnTo>
                    <a:pt x="41446" y="328218"/>
                  </a:lnTo>
                  <a:lnTo>
                    <a:pt x="19174" y="290728"/>
                  </a:lnTo>
                  <a:lnTo>
                    <a:pt x="4981" y="248221"/>
                  </a:lnTo>
                  <a:lnTo>
                    <a:pt x="0" y="201929"/>
                  </a:lnTo>
                  <a:close/>
                </a:path>
              </a:pathLst>
            </a:custGeom>
            <a:ln w="8857">
              <a:solidFill>
                <a:srgbClr val="00AE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5801360" y="4739004"/>
              <a:ext cx="377825" cy="403860"/>
            </a:xfrm>
            <a:custGeom>
              <a:avLst/>
              <a:gdLst/>
              <a:ahLst/>
              <a:cxnLst/>
              <a:rect l="l" t="t" r="r" b="b"/>
              <a:pathLst>
                <a:path w="377825" h="403860">
                  <a:moveTo>
                    <a:pt x="0" y="201929"/>
                  </a:moveTo>
                  <a:lnTo>
                    <a:pt x="4987" y="155638"/>
                  </a:lnTo>
                  <a:lnTo>
                    <a:pt x="19196" y="113131"/>
                  </a:lnTo>
                  <a:lnTo>
                    <a:pt x="41486" y="75641"/>
                  </a:lnTo>
                  <a:lnTo>
                    <a:pt x="70722" y="44361"/>
                  </a:lnTo>
                  <a:lnTo>
                    <a:pt x="105764" y="20523"/>
                  </a:lnTo>
                  <a:lnTo>
                    <a:pt x="145477" y="5333"/>
                  </a:lnTo>
                  <a:lnTo>
                    <a:pt x="188722" y="0"/>
                  </a:lnTo>
                  <a:lnTo>
                    <a:pt x="232012" y="5333"/>
                  </a:lnTo>
                  <a:lnTo>
                    <a:pt x="271758" y="20523"/>
                  </a:lnTo>
                  <a:lnTo>
                    <a:pt x="306823" y="44361"/>
                  </a:lnTo>
                  <a:lnTo>
                    <a:pt x="336072" y="75641"/>
                  </a:lnTo>
                  <a:lnTo>
                    <a:pt x="358369" y="113131"/>
                  </a:lnTo>
                  <a:lnTo>
                    <a:pt x="372581" y="155638"/>
                  </a:lnTo>
                  <a:lnTo>
                    <a:pt x="377569" y="201929"/>
                  </a:lnTo>
                  <a:lnTo>
                    <a:pt x="372581" y="248221"/>
                  </a:lnTo>
                  <a:lnTo>
                    <a:pt x="358369" y="290728"/>
                  </a:lnTo>
                  <a:lnTo>
                    <a:pt x="336072" y="328218"/>
                  </a:lnTo>
                  <a:lnTo>
                    <a:pt x="306823" y="359486"/>
                  </a:lnTo>
                  <a:lnTo>
                    <a:pt x="271758" y="383336"/>
                  </a:lnTo>
                  <a:lnTo>
                    <a:pt x="232012" y="398525"/>
                  </a:lnTo>
                  <a:lnTo>
                    <a:pt x="188722" y="403859"/>
                  </a:lnTo>
                  <a:lnTo>
                    <a:pt x="145477" y="398525"/>
                  </a:lnTo>
                  <a:lnTo>
                    <a:pt x="105764" y="383336"/>
                  </a:lnTo>
                  <a:lnTo>
                    <a:pt x="70722" y="359486"/>
                  </a:lnTo>
                  <a:lnTo>
                    <a:pt x="41486" y="328218"/>
                  </a:lnTo>
                  <a:lnTo>
                    <a:pt x="19196" y="290728"/>
                  </a:lnTo>
                  <a:lnTo>
                    <a:pt x="4987" y="248221"/>
                  </a:lnTo>
                  <a:lnTo>
                    <a:pt x="0" y="201929"/>
                  </a:lnTo>
                  <a:close/>
                </a:path>
              </a:pathLst>
            </a:custGeom>
            <a:ln w="885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61008" y="4697437"/>
              <a:ext cx="1080095" cy="644182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1723898" y="4745646"/>
              <a:ext cx="489584" cy="229870"/>
            </a:xfrm>
            <a:custGeom>
              <a:avLst/>
              <a:gdLst/>
              <a:ahLst/>
              <a:cxnLst/>
              <a:rect l="l" t="t" r="r" b="b"/>
              <a:pathLst>
                <a:path w="489585" h="229870">
                  <a:moveTo>
                    <a:pt x="0" y="229450"/>
                  </a:moveTo>
                  <a:lnTo>
                    <a:pt x="488986" y="229450"/>
                  </a:lnTo>
                  <a:lnTo>
                    <a:pt x="488986" y="0"/>
                  </a:lnTo>
                  <a:lnTo>
                    <a:pt x="0" y="0"/>
                  </a:lnTo>
                  <a:lnTo>
                    <a:pt x="0" y="229450"/>
                  </a:lnTo>
                  <a:close/>
                </a:path>
              </a:pathLst>
            </a:custGeom>
            <a:ln w="1181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36979" y="4240402"/>
              <a:ext cx="1786255" cy="441325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2264918" y="4058157"/>
              <a:ext cx="520065" cy="278765"/>
            </a:xfrm>
            <a:custGeom>
              <a:avLst/>
              <a:gdLst/>
              <a:ahLst/>
              <a:cxnLst/>
              <a:rect l="l" t="t" r="r" b="b"/>
              <a:pathLst>
                <a:path w="520064" h="278764">
                  <a:moveTo>
                    <a:pt x="520065" y="0"/>
                  </a:moveTo>
                  <a:lnTo>
                    <a:pt x="0" y="0"/>
                  </a:lnTo>
                  <a:lnTo>
                    <a:pt x="0" y="151765"/>
                  </a:lnTo>
                  <a:lnTo>
                    <a:pt x="303401" y="151765"/>
                  </a:lnTo>
                  <a:lnTo>
                    <a:pt x="381635" y="278638"/>
                  </a:lnTo>
                  <a:lnTo>
                    <a:pt x="433325" y="151765"/>
                  </a:lnTo>
                  <a:lnTo>
                    <a:pt x="520065" y="151765"/>
                  </a:lnTo>
                  <a:lnTo>
                    <a:pt x="5200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2264918" y="4058157"/>
              <a:ext cx="520065" cy="278765"/>
            </a:xfrm>
            <a:custGeom>
              <a:avLst/>
              <a:gdLst/>
              <a:ahLst/>
              <a:cxnLst/>
              <a:rect l="l" t="t" r="r" b="b"/>
              <a:pathLst>
                <a:path w="520064" h="278764">
                  <a:moveTo>
                    <a:pt x="0" y="0"/>
                  </a:moveTo>
                  <a:lnTo>
                    <a:pt x="303401" y="0"/>
                  </a:lnTo>
                  <a:lnTo>
                    <a:pt x="433325" y="0"/>
                  </a:lnTo>
                  <a:lnTo>
                    <a:pt x="520065" y="0"/>
                  </a:lnTo>
                  <a:lnTo>
                    <a:pt x="520065" y="88519"/>
                  </a:lnTo>
                  <a:lnTo>
                    <a:pt x="520065" y="126492"/>
                  </a:lnTo>
                  <a:lnTo>
                    <a:pt x="520065" y="151765"/>
                  </a:lnTo>
                  <a:lnTo>
                    <a:pt x="433325" y="151765"/>
                  </a:lnTo>
                  <a:lnTo>
                    <a:pt x="381635" y="278638"/>
                  </a:lnTo>
                  <a:lnTo>
                    <a:pt x="303401" y="151765"/>
                  </a:lnTo>
                  <a:lnTo>
                    <a:pt x="0" y="151765"/>
                  </a:lnTo>
                  <a:lnTo>
                    <a:pt x="0" y="126492"/>
                  </a:lnTo>
                  <a:lnTo>
                    <a:pt x="0" y="88519"/>
                  </a:lnTo>
                  <a:lnTo>
                    <a:pt x="0" y="0"/>
                  </a:lnTo>
                  <a:close/>
                </a:path>
              </a:pathLst>
            </a:custGeom>
            <a:ln w="3937">
              <a:solidFill>
                <a:srgbClr val="5A9AD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5" name="object 135"/>
          <p:cNvSpPr txBox="1"/>
          <p:nvPr/>
        </p:nvSpPr>
        <p:spPr>
          <a:xfrm>
            <a:off x="2302509" y="4075709"/>
            <a:ext cx="43688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latin typeface="Calibri"/>
                <a:cs typeface="Calibri"/>
              </a:rPr>
              <a:t>Vị</a:t>
            </a:r>
            <a:r>
              <a:rPr dirty="0" sz="500" spc="-1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trí</a:t>
            </a:r>
            <a:r>
              <a:rPr dirty="0" sz="500" spc="-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ngoại </a:t>
            </a:r>
            <a:r>
              <a:rPr dirty="0" sz="500" spc="-20">
                <a:latin typeface="Calibri"/>
                <a:cs typeface="Calibri"/>
              </a:rPr>
              <a:t>quan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105977" y="4446384"/>
            <a:ext cx="1266825" cy="907415"/>
            <a:chOff x="105977" y="4446384"/>
            <a:chExt cx="1266825" cy="907415"/>
          </a:xfrm>
        </p:grpSpPr>
        <p:pic>
          <p:nvPicPr>
            <p:cNvPr id="137" name="object 1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3902" y="4446384"/>
              <a:ext cx="1246718" cy="802398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105977" y="5163947"/>
              <a:ext cx="1266825" cy="189865"/>
            </a:xfrm>
            <a:custGeom>
              <a:avLst/>
              <a:gdLst/>
              <a:ahLst/>
              <a:cxnLst/>
              <a:rect l="l" t="t" r="r" b="b"/>
              <a:pathLst>
                <a:path w="1266825" h="189864">
                  <a:moveTo>
                    <a:pt x="1266637" y="0"/>
                  </a:moveTo>
                  <a:lnTo>
                    <a:pt x="1055485" y="0"/>
                  </a:lnTo>
                  <a:lnTo>
                    <a:pt x="1093663" y="0"/>
                  </a:lnTo>
                  <a:lnTo>
                    <a:pt x="0" y="0"/>
                  </a:lnTo>
                  <a:lnTo>
                    <a:pt x="0" y="189738"/>
                  </a:lnTo>
                  <a:lnTo>
                    <a:pt x="1266637" y="189738"/>
                  </a:lnTo>
                  <a:lnTo>
                    <a:pt x="12666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404914" y="4596637"/>
              <a:ext cx="658495" cy="111760"/>
            </a:xfrm>
            <a:custGeom>
              <a:avLst/>
              <a:gdLst/>
              <a:ahLst/>
              <a:cxnLst/>
              <a:rect l="l" t="t" r="r" b="b"/>
              <a:pathLst>
                <a:path w="658494" h="111760">
                  <a:moveTo>
                    <a:pt x="26263" y="24257"/>
                  </a:moveTo>
                  <a:lnTo>
                    <a:pt x="24371" y="19812"/>
                  </a:lnTo>
                  <a:lnTo>
                    <a:pt x="15925" y="0"/>
                  </a:lnTo>
                  <a:lnTo>
                    <a:pt x="2679" y="22860"/>
                  </a:lnTo>
                  <a:lnTo>
                    <a:pt x="11506" y="23406"/>
                  </a:lnTo>
                  <a:lnTo>
                    <a:pt x="8851" y="66421"/>
                  </a:lnTo>
                  <a:lnTo>
                    <a:pt x="8813" y="66992"/>
                  </a:lnTo>
                  <a:lnTo>
                    <a:pt x="0" y="66421"/>
                  </a:lnTo>
                  <a:lnTo>
                    <a:pt x="10299" y="90805"/>
                  </a:lnTo>
                  <a:lnTo>
                    <a:pt x="23558" y="67945"/>
                  </a:lnTo>
                  <a:lnTo>
                    <a:pt x="14706" y="67373"/>
                  </a:lnTo>
                  <a:lnTo>
                    <a:pt x="14732" y="66992"/>
                  </a:lnTo>
                  <a:lnTo>
                    <a:pt x="17665" y="19812"/>
                  </a:lnTo>
                  <a:lnTo>
                    <a:pt x="17487" y="22860"/>
                  </a:lnTo>
                  <a:lnTo>
                    <a:pt x="17424" y="23749"/>
                  </a:lnTo>
                  <a:lnTo>
                    <a:pt x="26263" y="24257"/>
                  </a:lnTo>
                  <a:close/>
                </a:path>
                <a:path w="658494" h="111760">
                  <a:moveTo>
                    <a:pt x="109982" y="28321"/>
                  </a:moveTo>
                  <a:lnTo>
                    <a:pt x="108089" y="23876"/>
                  </a:lnTo>
                  <a:lnTo>
                    <a:pt x="99656" y="4064"/>
                  </a:lnTo>
                  <a:lnTo>
                    <a:pt x="86410" y="26924"/>
                  </a:lnTo>
                  <a:lnTo>
                    <a:pt x="95237" y="27470"/>
                  </a:lnTo>
                  <a:lnTo>
                    <a:pt x="92583" y="70485"/>
                  </a:lnTo>
                  <a:lnTo>
                    <a:pt x="92532" y="71056"/>
                  </a:lnTo>
                  <a:lnTo>
                    <a:pt x="83705" y="70485"/>
                  </a:lnTo>
                  <a:lnTo>
                    <a:pt x="94030" y="94869"/>
                  </a:lnTo>
                  <a:lnTo>
                    <a:pt x="107289" y="72009"/>
                  </a:lnTo>
                  <a:lnTo>
                    <a:pt x="98425" y="71437"/>
                  </a:lnTo>
                  <a:lnTo>
                    <a:pt x="98450" y="71056"/>
                  </a:lnTo>
                  <a:lnTo>
                    <a:pt x="101180" y="27127"/>
                  </a:lnTo>
                  <a:lnTo>
                    <a:pt x="101142" y="27813"/>
                  </a:lnTo>
                  <a:lnTo>
                    <a:pt x="109982" y="28321"/>
                  </a:lnTo>
                  <a:close/>
                </a:path>
                <a:path w="658494" h="111760">
                  <a:moveTo>
                    <a:pt x="180213" y="28321"/>
                  </a:moveTo>
                  <a:lnTo>
                    <a:pt x="178320" y="23876"/>
                  </a:lnTo>
                  <a:lnTo>
                    <a:pt x="169900" y="4064"/>
                  </a:lnTo>
                  <a:lnTo>
                    <a:pt x="156654" y="26924"/>
                  </a:lnTo>
                  <a:lnTo>
                    <a:pt x="165481" y="27470"/>
                  </a:lnTo>
                  <a:lnTo>
                    <a:pt x="162814" y="70485"/>
                  </a:lnTo>
                  <a:lnTo>
                    <a:pt x="162763" y="71056"/>
                  </a:lnTo>
                  <a:lnTo>
                    <a:pt x="153949" y="70485"/>
                  </a:lnTo>
                  <a:lnTo>
                    <a:pt x="164287" y="94869"/>
                  </a:lnTo>
                  <a:lnTo>
                    <a:pt x="177533" y="72009"/>
                  </a:lnTo>
                  <a:lnTo>
                    <a:pt x="168681" y="71450"/>
                  </a:lnTo>
                  <a:lnTo>
                    <a:pt x="168694" y="71056"/>
                  </a:lnTo>
                  <a:lnTo>
                    <a:pt x="171615" y="23876"/>
                  </a:lnTo>
                  <a:lnTo>
                    <a:pt x="171437" y="26924"/>
                  </a:lnTo>
                  <a:lnTo>
                    <a:pt x="171373" y="27813"/>
                  </a:lnTo>
                  <a:lnTo>
                    <a:pt x="180213" y="28321"/>
                  </a:lnTo>
                  <a:close/>
                </a:path>
                <a:path w="658494" h="111760">
                  <a:moveTo>
                    <a:pt x="252463" y="28321"/>
                  </a:moveTo>
                  <a:lnTo>
                    <a:pt x="250571" y="23876"/>
                  </a:lnTo>
                  <a:lnTo>
                    <a:pt x="242138" y="4064"/>
                  </a:lnTo>
                  <a:lnTo>
                    <a:pt x="228879" y="26924"/>
                  </a:lnTo>
                  <a:lnTo>
                    <a:pt x="237718" y="27470"/>
                  </a:lnTo>
                  <a:lnTo>
                    <a:pt x="235051" y="70485"/>
                  </a:lnTo>
                  <a:lnTo>
                    <a:pt x="235013" y="71056"/>
                  </a:lnTo>
                  <a:lnTo>
                    <a:pt x="226187" y="70485"/>
                  </a:lnTo>
                  <a:lnTo>
                    <a:pt x="236512" y="94869"/>
                  </a:lnTo>
                  <a:lnTo>
                    <a:pt x="249758" y="72009"/>
                  </a:lnTo>
                  <a:lnTo>
                    <a:pt x="240906" y="71437"/>
                  </a:lnTo>
                  <a:lnTo>
                    <a:pt x="240919" y="71056"/>
                  </a:lnTo>
                  <a:lnTo>
                    <a:pt x="243611" y="27825"/>
                  </a:lnTo>
                  <a:lnTo>
                    <a:pt x="252463" y="28321"/>
                  </a:lnTo>
                  <a:close/>
                </a:path>
                <a:path w="658494" h="111760">
                  <a:moveTo>
                    <a:pt x="321513" y="31369"/>
                  </a:moveTo>
                  <a:lnTo>
                    <a:pt x="311175" y="7112"/>
                  </a:lnTo>
                  <a:lnTo>
                    <a:pt x="297929" y="29845"/>
                  </a:lnTo>
                  <a:lnTo>
                    <a:pt x="306781" y="30429"/>
                  </a:lnTo>
                  <a:lnTo>
                    <a:pt x="304063" y="74104"/>
                  </a:lnTo>
                  <a:lnTo>
                    <a:pt x="295236" y="73533"/>
                  </a:lnTo>
                  <a:lnTo>
                    <a:pt x="305562" y="97790"/>
                  </a:lnTo>
                  <a:lnTo>
                    <a:pt x="318808" y="75057"/>
                  </a:lnTo>
                  <a:lnTo>
                    <a:pt x="309956" y="74485"/>
                  </a:lnTo>
                  <a:lnTo>
                    <a:pt x="312674" y="30810"/>
                  </a:lnTo>
                  <a:lnTo>
                    <a:pt x="321513" y="31369"/>
                  </a:lnTo>
                  <a:close/>
                </a:path>
                <a:path w="658494" h="111760">
                  <a:moveTo>
                    <a:pt x="397344" y="32766"/>
                  </a:moveTo>
                  <a:lnTo>
                    <a:pt x="395439" y="28321"/>
                  </a:lnTo>
                  <a:lnTo>
                    <a:pt x="387007" y="8509"/>
                  </a:lnTo>
                  <a:lnTo>
                    <a:pt x="373761" y="31369"/>
                  </a:lnTo>
                  <a:lnTo>
                    <a:pt x="382600" y="31915"/>
                  </a:lnTo>
                  <a:lnTo>
                    <a:pt x="379933" y="74930"/>
                  </a:lnTo>
                  <a:lnTo>
                    <a:pt x="379895" y="75501"/>
                  </a:lnTo>
                  <a:lnTo>
                    <a:pt x="371068" y="74930"/>
                  </a:lnTo>
                  <a:lnTo>
                    <a:pt x="381393" y="99314"/>
                  </a:lnTo>
                  <a:lnTo>
                    <a:pt x="394639" y="76454"/>
                  </a:lnTo>
                  <a:lnTo>
                    <a:pt x="385787" y="75882"/>
                  </a:lnTo>
                  <a:lnTo>
                    <a:pt x="385800" y="75501"/>
                  </a:lnTo>
                  <a:lnTo>
                    <a:pt x="388493" y="32270"/>
                  </a:lnTo>
                  <a:lnTo>
                    <a:pt x="397344" y="32766"/>
                  </a:lnTo>
                  <a:close/>
                </a:path>
                <a:path w="658494" h="111760">
                  <a:moveTo>
                    <a:pt x="487705" y="35814"/>
                  </a:moveTo>
                  <a:lnTo>
                    <a:pt x="477380" y="11430"/>
                  </a:lnTo>
                  <a:lnTo>
                    <a:pt x="464134" y="34290"/>
                  </a:lnTo>
                  <a:lnTo>
                    <a:pt x="472973" y="34874"/>
                  </a:lnTo>
                  <a:lnTo>
                    <a:pt x="470268" y="78511"/>
                  </a:lnTo>
                  <a:lnTo>
                    <a:pt x="461429" y="77978"/>
                  </a:lnTo>
                  <a:lnTo>
                    <a:pt x="471766" y="102235"/>
                  </a:lnTo>
                  <a:lnTo>
                    <a:pt x="485013" y="79375"/>
                  </a:lnTo>
                  <a:lnTo>
                    <a:pt x="476161" y="78854"/>
                  </a:lnTo>
                  <a:lnTo>
                    <a:pt x="478866" y="35255"/>
                  </a:lnTo>
                  <a:lnTo>
                    <a:pt x="487705" y="35814"/>
                  </a:lnTo>
                  <a:close/>
                </a:path>
                <a:path w="658494" h="111760">
                  <a:moveTo>
                    <a:pt x="576211" y="41148"/>
                  </a:moveTo>
                  <a:lnTo>
                    <a:pt x="574319" y="36703"/>
                  </a:lnTo>
                  <a:lnTo>
                    <a:pt x="565886" y="16891"/>
                  </a:lnTo>
                  <a:lnTo>
                    <a:pt x="552640" y="39751"/>
                  </a:lnTo>
                  <a:lnTo>
                    <a:pt x="561467" y="40297"/>
                  </a:lnTo>
                  <a:lnTo>
                    <a:pt x="558800" y="83312"/>
                  </a:lnTo>
                  <a:lnTo>
                    <a:pt x="558761" y="83883"/>
                  </a:lnTo>
                  <a:lnTo>
                    <a:pt x="549935" y="83312"/>
                  </a:lnTo>
                  <a:lnTo>
                    <a:pt x="560273" y="107696"/>
                  </a:lnTo>
                  <a:lnTo>
                    <a:pt x="573519" y="84836"/>
                  </a:lnTo>
                  <a:lnTo>
                    <a:pt x="564667" y="84277"/>
                  </a:lnTo>
                  <a:lnTo>
                    <a:pt x="564680" y="83883"/>
                  </a:lnTo>
                  <a:lnTo>
                    <a:pt x="567359" y="40652"/>
                  </a:lnTo>
                  <a:lnTo>
                    <a:pt x="576211" y="41148"/>
                  </a:lnTo>
                  <a:close/>
                </a:path>
                <a:path w="658494" h="111760">
                  <a:moveTo>
                    <a:pt x="657872" y="44831"/>
                  </a:moveTo>
                  <a:lnTo>
                    <a:pt x="647534" y="20574"/>
                  </a:lnTo>
                  <a:lnTo>
                    <a:pt x="634288" y="43307"/>
                  </a:lnTo>
                  <a:lnTo>
                    <a:pt x="643140" y="43891"/>
                  </a:lnTo>
                  <a:lnTo>
                    <a:pt x="640422" y="87566"/>
                  </a:lnTo>
                  <a:lnTo>
                    <a:pt x="631596" y="86995"/>
                  </a:lnTo>
                  <a:lnTo>
                    <a:pt x="641921" y="111252"/>
                  </a:lnTo>
                  <a:lnTo>
                    <a:pt x="655167" y="88519"/>
                  </a:lnTo>
                  <a:lnTo>
                    <a:pt x="646315" y="87947"/>
                  </a:lnTo>
                  <a:lnTo>
                    <a:pt x="649033" y="44272"/>
                  </a:lnTo>
                  <a:lnTo>
                    <a:pt x="657872" y="4483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435394" y="4546600"/>
              <a:ext cx="634365" cy="70485"/>
            </a:xfrm>
            <a:custGeom>
              <a:avLst/>
              <a:gdLst/>
              <a:ahLst/>
              <a:cxnLst/>
              <a:rect l="l" t="t" r="r" b="b"/>
              <a:pathLst>
                <a:path w="634365" h="70485">
                  <a:moveTo>
                    <a:pt x="1891" y="0"/>
                  </a:moveTo>
                  <a:lnTo>
                    <a:pt x="634198" y="28194"/>
                  </a:lnTo>
                  <a:lnTo>
                    <a:pt x="632320" y="70484"/>
                  </a:lnTo>
                  <a:lnTo>
                    <a:pt x="0" y="42291"/>
                  </a:lnTo>
                  <a:lnTo>
                    <a:pt x="1891" y="0"/>
                  </a:lnTo>
                  <a:close/>
                </a:path>
              </a:pathLst>
            </a:custGeom>
            <a:ln w="3937">
              <a:solidFill>
                <a:srgbClr val="00A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/>
          <p:cNvSpPr txBox="1"/>
          <p:nvPr/>
        </p:nvSpPr>
        <p:spPr>
          <a:xfrm>
            <a:off x="627683" y="4392447"/>
            <a:ext cx="8826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0">
                <a:solidFill>
                  <a:srgbClr val="00AE50"/>
                </a:solidFill>
                <a:latin typeface="Calibri"/>
                <a:cs typeface="Calibri"/>
              </a:rPr>
              <a:t>A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990662" y="4364393"/>
            <a:ext cx="349885" cy="191135"/>
            <a:chOff x="990662" y="4364393"/>
            <a:chExt cx="349885" cy="191135"/>
          </a:xfrm>
        </p:grpSpPr>
        <p:sp>
          <p:nvSpPr>
            <p:cNvPr id="143" name="object 143"/>
            <p:cNvSpPr/>
            <p:nvPr/>
          </p:nvSpPr>
          <p:spPr>
            <a:xfrm>
              <a:off x="992249" y="4365980"/>
              <a:ext cx="346710" cy="187960"/>
            </a:xfrm>
            <a:custGeom>
              <a:avLst/>
              <a:gdLst/>
              <a:ahLst/>
              <a:cxnLst/>
              <a:rect l="l" t="t" r="r" b="b"/>
              <a:pathLst>
                <a:path w="346709" h="187960">
                  <a:moveTo>
                    <a:pt x="346570" y="0"/>
                  </a:moveTo>
                  <a:lnTo>
                    <a:pt x="0" y="0"/>
                  </a:lnTo>
                  <a:lnTo>
                    <a:pt x="0" y="187858"/>
                  </a:lnTo>
                  <a:lnTo>
                    <a:pt x="346570" y="187858"/>
                  </a:lnTo>
                  <a:lnTo>
                    <a:pt x="3465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992249" y="4365980"/>
              <a:ext cx="346710" cy="187960"/>
            </a:xfrm>
            <a:custGeom>
              <a:avLst/>
              <a:gdLst/>
              <a:ahLst/>
              <a:cxnLst/>
              <a:rect l="l" t="t" r="r" b="b"/>
              <a:pathLst>
                <a:path w="346709" h="187960">
                  <a:moveTo>
                    <a:pt x="0" y="0"/>
                  </a:moveTo>
                  <a:lnTo>
                    <a:pt x="346710" y="0"/>
                  </a:lnTo>
                  <a:lnTo>
                    <a:pt x="346710" y="187959"/>
                  </a:lnTo>
                  <a:lnTo>
                    <a:pt x="0" y="187959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5" name="object 145"/>
          <p:cNvSpPr txBox="1"/>
          <p:nvPr/>
        </p:nvSpPr>
        <p:spPr>
          <a:xfrm>
            <a:off x="1055749" y="4401489"/>
            <a:ext cx="20891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solidFill>
                  <a:srgbClr val="FF0000"/>
                </a:solidFill>
                <a:latin typeface="Times New Roman"/>
                <a:cs typeface="Times New Roman"/>
              </a:rPr>
              <a:t>H10.1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301242" y="4559198"/>
            <a:ext cx="84455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endParaRPr sz="850">
              <a:latin typeface="Calibri"/>
              <a:cs typeface="Calibri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2346769" y="5177269"/>
            <a:ext cx="199390" cy="153670"/>
            <a:chOff x="2346769" y="5177269"/>
            <a:chExt cx="199390" cy="153670"/>
          </a:xfrm>
        </p:grpSpPr>
        <p:sp>
          <p:nvSpPr>
            <p:cNvPr id="148" name="object 148"/>
            <p:cNvSpPr/>
            <p:nvPr/>
          </p:nvSpPr>
          <p:spPr>
            <a:xfrm>
              <a:off x="2348992" y="5179491"/>
              <a:ext cx="194945" cy="149225"/>
            </a:xfrm>
            <a:custGeom>
              <a:avLst/>
              <a:gdLst/>
              <a:ahLst/>
              <a:cxnLst/>
              <a:rect l="l" t="t" r="r" b="b"/>
              <a:pathLst>
                <a:path w="194944" h="149225">
                  <a:moveTo>
                    <a:pt x="194945" y="0"/>
                  </a:moveTo>
                  <a:lnTo>
                    <a:pt x="0" y="0"/>
                  </a:lnTo>
                  <a:lnTo>
                    <a:pt x="0" y="149225"/>
                  </a:lnTo>
                  <a:lnTo>
                    <a:pt x="194945" y="149225"/>
                  </a:lnTo>
                  <a:lnTo>
                    <a:pt x="19494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348992" y="5179491"/>
              <a:ext cx="194945" cy="149225"/>
            </a:xfrm>
            <a:custGeom>
              <a:avLst/>
              <a:gdLst/>
              <a:ahLst/>
              <a:cxnLst/>
              <a:rect l="l" t="t" r="r" b="b"/>
              <a:pathLst>
                <a:path w="194944" h="149225">
                  <a:moveTo>
                    <a:pt x="0" y="0"/>
                  </a:moveTo>
                  <a:lnTo>
                    <a:pt x="194945" y="0"/>
                  </a:lnTo>
                  <a:lnTo>
                    <a:pt x="194945" y="149225"/>
                  </a:lnTo>
                  <a:lnTo>
                    <a:pt x="0" y="149225"/>
                  </a:lnTo>
                  <a:lnTo>
                    <a:pt x="0" y="0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0" name="object 150"/>
          <p:cNvSpPr txBox="1"/>
          <p:nvPr/>
        </p:nvSpPr>
        <p:spPr>
          <a:xfrm>
            <a:off x="2387092" y="5200370"/>
            <a:ext cx="11747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solidFill>
                  <a:srgbClr val="FF0000"/>
                </a:solidFill>
                <a:latin typeface="Arial"/>
                <a:cs typeface="Arial"/>
              </a:rPr>
              <a:t>NG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51" name="object 151"/>
          <p:cNvGrpSpPr/>
          <p:nvPr/>
        </p:nvGrpSpPr>
        <p:grpSpPr>
          <a:xfrm>
            <a:off x="1997455" y="4289450"/>
            <a:ext cx="1667510" cy="1056005"/>
            <a:chOff x="1997455" y="4289450"/>
            <a:chExt cx="1667510" cy="1056005"/>
          </a:xfrm>
        </p:grpSpPr>
        <p:sp>
          <p:nvSpPr>
            <p:cNvPr id="152" name="object 152"/>
            <p:cNvSpPr/>
            <p:nvPr/>
          </p:nvSpPr>
          <p:spPr>
            <a:xfrm>
              <a:off x="2264790" y="4291673"/>
              <a:ext cx="698500" cy="88900"/>
            </a:xfrm>
            <a:custGeom>
              <a:avLst/>
              <a:gdLst/>
              <a:ahLst/>
              <a:cxnLst/>
              <a:rect l="l" t="t" r="r" b="b"/>
              <a:pathLst>
                <a:path w="698500" h="88900">
                  <a:moveTo>
                    <a:pt x="0" y="88811"/>
                  </a:moveTo>
                  <a:lnTo>
                    <a:pt x="697952" y="88811"/>
                  </a:lnTo>
                  <a:lnTo>
                    <a:pt x="697952" y="0"/>
                  </a:lnTo>
                  <a:lnTo>
                    <a:pt x="0" y="0"/>
                  </a:lnTo>
                  <a:lnTo>
                    <a:pt x="0" y="88811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40583" y="4747120"/>
              <a:ext cx="1024293" cy="597928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1997456" y="4371340"/>
              <a:ext cx="330200" cy="358775"/>
            </a:xfrm>
            <a:custGeom>
              <a:avLst/>
              <a:gdLst/>
              <a:ahLst/>
              <a:cxnLst/>
              <a:rect l="l" t="t" r="r" b="b"/>
              <a:pathLst>
                <a:path w="330200" h="358775">
                  <a:moveTo>
                    <a:pt x="329933" y="8001"/>
                  </a:moveTo>
                  <a:lnTo>
                    <a:pt x="321170" y="0"/>
                  </a:lnTo>
                  <a:lnTo>
                    <a:pt x="19608" y="328650"/>
                  </a:lnTo>
                  <a:lnTo>
                    <a:pt x="10909" y="320675"/>
                  </a:lnTo>
                  <a:lnTo>
                    <a:pt x="0" y="358775"/>
                  </a:lnTo>
                  <a:lnTo>
                    <a:pt x="36944" y="344551"/>
                  </a:lnTo>
                  <a:lnTo>
                    <a:pt x="33070" y="340995"/>
                  </a:lnTo>
                  <a:lnTo>
                    <a:pt x="28282" y="336600"/>
                  </a:lnTo>
                  <a:lnTo>
                    <a:pt x="329933" y="800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919730" y="4374388"/>
              <a:ext cx="247650" cy="454659"/>
            </a:xfrm>
            <a:custGeom>
              <a:avLst/>
              <a:gdLst/>
              <a:ahLst/>
              <a:cxnLst/>
              <a:rect l="l" t="t" r="r" b="b"/>
              <a:pathLst>
                <a:path w="247650" h="454660">
                  <a:moveTo>
                    <a:pt x="247383" y="454152"/>
                  </a:moveTo>
                  <a:lnTo>
                    <a:pt x="246722" y="431038"/>
                  </a:lnTo>
                  <a:lnTo>
                    <a:pt x="246240" y="414655"/>
                  </a:lnTo>
                  <a:lnTo>
                    <a:pt x="235839" y="420255"/>
                  </a:lnTo>
                  <a:lnTo>
                    <a:pt x="10401" y="0"/>
                  </a:lnTo>
                  <a:lnTo>
                    <a:pt x="0" y="5588"/>
                  </a:lnTo>
                  <a:lnTo>
                    <a:pt x="225437" y="425869"/>
                  </a:lnTo>
                  <a:lnTo>
                    <a:pt x="215125" y="431419"/>
                  </a:lnTo>
                  <a:lnTo>
                    <a:pt x="247383" y="454152"/>
                  </a:lnTo>
                  <a:close/>
                </a:path>
              </a:pathLst>
            </a:custGeom>
            <a:solidFill>
              <a:srgbClr val="66FF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3487038" y="5172494"/>
              <a:ext cx="172085" cy="163830"/>
            </a:xfrm>
            <a:custGeom>
              <a:avLst/>
              <a:gdLst/>
              <a:ahLst/>
              <a:cxnLst/>
              <a:rect l="l" t="t" r="r" b="b"/>
              <a:pathLst>
                <a:path w="172085" h="163829">
                  <a:moveTo>
                    <a:pt x="172034" y="0"/>
                  </a:moveTo>
                  <a:lnTo>
                    <a:pt x="0" y="0"/>
                  </a:lnTo>
                  <a:lnTo>
                    <a:pt x="0" y="163283"/>
                  </a:lnTo>
                  <a:lnTo>
                    <a:pt x="172034" y="163283"/>
                  </a:lnTo>
                  <a:lnTo>
                    <a:pt x="172034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3487038" y="5172494"/>
              <a:ext cx="172085" cy="163830"/>
            </a:xfrm>
            <a:custGeom>
              <a:avLst/>
              <a:gdLst/>
              <a:ahLst/>
              <a:cxnLst/>
              <a:rect l="l" t="t" r="r" b="b"/>
              <a:pathLst>
                <a:path w="172085" h="163829">
                  <a:moveTo>
                    <a:pt x="0" y="163283"/>
                  </a:moveTo>
                  <a:lnTo>
                    <a:pt x="172034" y="163283"/>
                  </a:lnTo>
                  <a:lnTo>
                    <a:pt x="172034" y="0"/>
                  </a:lnTo>
                  <a:lnTo>
                    <a:pt x="0" y="0"/>
                  </a:lnTo>
                  <a:lnTo>
                    <a:pt x="0" y="163283"/>
                  </a:lnTo>
                  <a:close/>
                </a:path>
              </a:pathLst>
            </a:custGeom>
            <a:ln w="3937">
              <a:solidFill>
                <a:srgbClr val="191FF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447036" y="4609134"/>
              <a:ext cx="276860" cy="228600"/>
            </a:xfrm>
            <a:custGeom>
              <a:avLst/>
              <a:gdLst/>
              <a:ahLst/>
              <a:cxnLst/>
              <a:rect l="l" t="t" r="r" b="b"/>
              <a:pathLst>
                <a:path w="276860" h="228600">
                  <a:moveTo>
                    <a:pt x="276517" y="0"/>
                  </a:moveTo>
                  <a:lnTo>
                    <a:pt x="0" y="0"/>
                  </a:lnTo>
                  <a:lnTo>
                    <a:pt x="0" y="228168"/>
                  </a:lnTo>
                  <a:lnTo>
                    <a:pt x="276517" y="228168"/>
                  </a:lnTo>
                  <a:lnTo>
                    <a:pt x="2765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447036" y="4609134"/>
              <a:ext cx="276860" cy="228600"/>
            </a:xfrm>
            <a:custGeom>
              <a:avLst/>
              <a:gdLst/>
              <a:ahLst/>
              <a:cxnLst/>
              <a:rect l="l" t="t" r="r" b="b"/>
              <a:pathLst>
                <a:path w="276860" h="228600">
                  <a:moveTo>
                    <a:pt x="0" y="0"/>
                  </a:moveTo>
                  <a:lnTo>
                    <a:pt x="276860" y="0"/>
                  </a:lnTo>
                  <a:lnTo>
                    <a:pt x="27686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0" name="object 160"/>
          <p:cNvSpPr txBox="1"/>
          <p:nvPr/>
        </p:nvSpPr>
        <p:spPr>
          <a:xfrm>
            <a:off x="2504820" y="4664964"/>
            <a:ext cx="1504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FF0000"/>
                </a:solidFill>
                <a:latin typeface="Times New Roman"/>
                <a:cs typeface="Times New Roman"/>
              </a:rPr>
              <a:t>H10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1" name="object 161"/>
          <p:cNvSpPr/>
          <p:nvPr/>
        </p:nvSpPr>
        <p:spPr>
          <a:xfrm>
            <a:off x="105977" y="5163946"/>
            <a:ext cx="1266825" cy="189865"/>
          </a:xfrm>
          <a:custGeom>
            <a:avLst/>
            <a:gdLst/>
            <a:ahLst/>
            <a:cxnLst/>
            <a:rect l="l" t="t" r="r" b="b"/>
            <a:pathLst>
              <a:path w="1266825" h="189864">
                <a:moveTo>
                  <a:pt x="0" y="0"/>
                </a:moveTo>
                <a:lnTo>
                  <a:pt x="1266825" y="0"/>
                </a:lnTo>
                <a:lnTo>
                  <a:pt x="1266825" y="189865"/>
                </a:lnTo>
                <a:lnTo>
                  <a:pt x="0" y="189865"/>
                </a:lnTo>
                <a:lnTo>
                  <a:pt x="0" y="0"/>
                </a:lnTo>
                <a:close/>
              </a:path>
            </a:pathLst>
          </a:custGeom>
          <a:ln w="3937">
            <a:solidFill>
              <a:srgbClr val="5A9AD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 txBox="1"/>
          <p:nvPr/>
        </p:nvSpPr>
        <p:spPr>
          <a:xfrm>
            <a:off x="163127" y="5162422"/>
            <a:ext cx="113157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latin typeface="Calibri"/>
                <a:cs typeface="Calibri"/>
              </a:rPr>
              <a:t>Tiêu</a:t>
            </a:r>
            <a:r>
              <a:rPr dirty="0" sz="500" spc="-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chuẩn: Keo </a:t>
            </a:r>
            <a:r>
              <a:rPr dirty="0" sz="500">
                <a:latin typeface="Calibri"/>
                <a:cs typeface="Calibri"/>
              </a:rPr>
              <a:t>thừa</a:t>
            </a:r>
            <a:r>
              <a:rPr dirty="0" sz="500" spc="-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chưa</a:t>
            </a:r>
            <a:r>
              <a:rPr dirty="0" sz="500" spc="5">
                <a:latin typeface="Calibri"/>
                <a:cs typeface="Calibri"/>
              </a:rPr>
              <a:t> </a:t>
            </a:r>
            <a:r>
              <a:rPr dirty="0" sz="500" spc="-10">
                <a:latin typeface="Calibri"/>
                <a:cs typeface="Calibri"/>
              </a:rPr>
              <a:t>chờm xuống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 spc="-25">
                <a:latin typeface="Calibri"/>
                <a:cs typeface="Calibri"/>
              </a:rPr>
              <a:t>khu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3530599" y="5196535"/>
            <a:ext cx="9779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solidFill>
                  <a:srgbClr val="0000FF"/>
                </a:solidFill>
                <a:latin typeface="Calibri"/>
                <a:cs typeface="Calibri"/>
              </a:rPr>
              <a:t>OK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5312460" y="5161851"/>
            <a:ext cx="252729" cy="139065"/>
          </a:xfrm>
          <a:prstGeom prst="rect">
            <a:avLst/>
          </a:prstGeom>
          <a:solidFill>
            <a:srgbClr val="FF0000"/>
          </a:solidFill>
        </p:spPr>
        <p:txBody>
          <a:bodyPr wrap="square" lIns="0" tIns="27305" rIns="0" bIns="0" rtlCol="0" vert="horz">
            <a:spAutoFit/>
          </a:bodyPr>
          <a:lstStyle/>
          <a:p>
            <a:pPr marL="80645">
              <a:lnSpc>
                <a:spcPct val="100000"/>
              </a:lnSpc>
              <a:spcBef>
                <a:spcPts val="215"/>
              </a:spcBef>
            </a:pPr>
            <a:r>
              <a:rPr dirty="0" sz="500" spc="-25">
                <a:latin typeface="Times New Roman"/>
                <a:cs typeface="Times New Roman"/>
              </a:rPr>
              <a:t>NG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266632" y="5240132"/>
            <a:ext cx="939165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latin typeface="Calibri"/>
                <a:cs typeface="Calibri"/>
              </a:rPr>
              <a:t>vực</a:t>
            </a:r>
            <a:r>
              <a:rPr dirty="0" sz="500" spc="-2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B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>
                <a:latin typeface="Webdings"/>
                <a:cs typeface="Webdings"/>
              </a:rPr>
              <a:t></a:t>
            </a:r>
            <a:r>
              <a:rPr dirty="0" sz="500" spc="-30">
                <a:latin typeface="Times New Roman"/>
                <a:cs typeface="Times New Roman"/>
              </a:rPr>
              <a:t> </a:t>
            </a:r>
            <a:r>
              <a:rPr dirty="0" sz="500">
                <a:latin typeface="Calibri"/>
                <a:cs typeface="Calibri"/>
              </a:rPr>
              <a:t>NG,</a:t>
            </a:r>
            <a:r>
              <a:rPr dirty="0" sz="500" spc="-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chờm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khu</a:t>
            </a:r>
            <a:r>
              <a:rPr dirty="0" sz="500" spc="-20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vực</a:t>
            </a:r>
            <a:r>
              <a:rPr dirty="0" sz="500" spc="-15">
                <a:latin typeface="Calibri"/>
                <a:cs typeface="Calibri"/>
              </a:rPr>
              <a:t> </a:t>
            </a:r>
            <a:r>
              <a:rPr dirty="0" sz="500">
                <a:latin typeface="Calibri"/>
                <a:cs typeface="Calibri"/>
              </a:rPr>
              <a:t>A</a:t>
            </a:r>
            <a:r>
              <a:rPr dirty="0" sz="500" spc="-25">
                <a:latin typeface="Calibri"/>
                <a:cs typeface="Calibri"/>
              </a:rPr>
              <a:t> </a:t>
            </a:r>
            <a:r>
              <a:rPr dirty="0" sz="500">
                <a:latin typeface="Webdings"/>
                <a:cs typeface="Webdings"/>
              </a:rPr>
              <a:t></a:t>
            </a:r>
            <a:r>
              <a:rPr dirty="0" sz="500" spc="-30">
                <a:latin typeface="Times New Roman"/>
                <a:cs typeface="Times New Roman"/>
              </a:rPr>
              <a:t> </a:t>
            </a:r>
            <a:r>
              <a:rPr dirty="0" sz="500" spc="-25">
                <a:latin typeface="Calibri"/>
                <a:cs typeface="Calibri"/>
              </a:rPr>
              <a:t>OK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9423272" y="4161942"/>
            <a:ext cx="570230" cy="118745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362585">
              <a:lnSpc>
                <a:spcPct val="100000"/>
              </a:lnSpc>
              <a:spcBef>
                <a:spcPts val="475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H5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87212" y="5472048"/>
            <a:ext cx="3247390" cy="1454150"/>
            <a:chOff x="87212" y="5472048"/>
            <a:chExt cx="3247390" cy="1454150"/>
          </a:xfrm>
        </p:grpSpPr>
        <p:pic>
          <p:nvPicPr>
            <p:cNvPr id="166" name="object 1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63650" y="5501246"/>
              <a:ext cx="1138223" cy="1066571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1589658" y="6227089"/>
              <a:ext cx="285750" cy="260350"/>
            </a:xfrm>
            <a:custGeom>
              <a:avLst/>
              <a:gdLst/>
              <a:ahLst/>
              <a:cxnLst/>
              <a:rect l="l" t="t" r="r" b="b"/>
              <a:pathLst>
                <a:path w="285750" h="260350">
                  <a:moveTo>
                    <a:pt x="0" y="259943"/>
                  </a:moveTo>
                  <a:lnTo>
                    <a:pt x="285356" y="259943"/>
                  </a:lnTo>
                  <a:lnTo>
                    <a:pt x="285356" y="0"/>
                  </a:lnTo>
                  <a:lnTo>
                    <a:pt x="0" y="0"/>
                  </a:lnTo>
                  <a:lnTo>
                    <a:pt x="0" y="259943"/>
                  </a:lnTo>
                  <a:close/>
                </a:path>
              </a:pathLst>
            </a:custGeom>
            <a:ln w="885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160651" y="5504357"/>
              <a:ext cx="1171219" cy="1116710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90387" y="5475223"/>
              <a:ext cx="3241040" cy="1447800"/>
            </a:xfrm>
            <a:custGeom>
              <a:avLst/>
              <a:gdLst/>
              <a:ahLst/>
              <a:cxnLst/>
              <a:rect l="l" t="t" r="r" b="b"/>
              <a:pathLst>
                <a:path w="3241040" h="1447800">
                  <a:moveTo>
                    <a:pt x="0" y="1447546"/>
                  </a:moveTo>
                  <a:lnTo>
                    <a:pt x="3240786" y="1447546"/>
                  </a:lnTo>
                  <a:lnTo>
                    <a:pt x="3240786" y="0"/>
                  </a:lnTo>
                  <a:lnTo>
                    <a:pt x="0" y="0"/>
                  </a:lnTo>
                  <a:lnTo>
                    <a:pt x="0" y="1447546"/>
                  </a:lnTo>
                  <a:close/>
                </a:path>
              </a:pathLst>
            </a:custGeom>
            <a:ln w="59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2349" y="5513209"/>
              <a:ext cx="870952" cy="1043520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150875" y="5511736"/>
              <a:ext cx="874394" cy="1046480"/>
            </a:xfrm>
            <a:custGeom>
              <a:avLst/>
              <a:gdLst/>
              <a:ahLst/>
              <a:cxnLst/>
              <a:rect l="l" t="t" r="r" b="b"/>
              <a:pathLst>
                <a:path w="874394" h="1046479">
                  <a:moveTo>
                    <a:pt x="0" y="1046467"/>
                  </a:moveTo>
                  <a:lnTo>
                    <a:pt x="873898" y="1046467"/>
                  </a:lnTo>
                  <a:lnTo>
                    <a:pt x="873898" y="0"/>
                  </a:lnTo>
                  <a:lnTo>
                    <a:pt x="0" y="0"/>
                  </a:lnTo>
                  <a:lnTo>
                    <a:pt x="0" y="104646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/>
            <p:cNvSpPr/>
            <p:nvPr/>
          </p:nvSpPr>
          <p:spPr>
            <a:xfrm>
              <a:off x="530820" y="5565012"/>
              <a:ext cx="178435" cy="287655"/>
            </a:xfrm>
            <a:custGeom>
              <a:avLst/>
              <a:gdLst/>
              <a:ahLst/>
              <a:cxnLst/>
              <a:rect l="l" t="t" r="r" b="b"/>
              <a:pathLst>
                <a:path w="178434" h="287654">
                  <a:moveTo>
                    <a:pt x="0" y="287147"/>
                  </a:moveTo>
                  <a:lnTo>
                    <a:pt x="178435" y="287147"/>
                  </a:lnTo>
                  <a:lnTo>
                    <a:pt x="178435" y="0"/>
                  </a:lnTo>
                  <a:lnTo>
                    <a:pt x="0" y="0"/>
                  </a:lnTo>
                  <a:lnTo>
                    <a:pt x="0" y="287147"/>
                  </a:lnTo>
                  <a:close/>
                </a:path>
              </a:pathLst>
            </a:custGeom>
            <a:ln w="885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/>
            <p:cNvSpPr/>
            <p:nvPr/>
          </p:nvSpPr>
          <p:spPr>
            <a:xfrm>
              <a:off x="148779" y="6556730"/>
              <a:ext cx="875030" cy="352425"/>
            </a:xfrm>
            <a:custGeom>
              <a:avLst/>
              <a:gdLst/>
              <a:ahLst/>
              <a:cxnLst/>
              <a:rect l="l" t="t" r="r" b="b"/>
              <a:pathLst>
                <a:path w="875030" h="352425">
                  <a:moveTo>
                    <a:pt x="874522" y="0"/>
                  </a:moveTo>
                  <a:lnTo>
                    <a:pt x="0" y="0"/>
                  </a:lnTo>
                  <a:lnTo>
                    <a:pt x="0" y="352069"/>
                  </a:lnTo>
                  <a:lnTo>
                    <a:pt x="874522" y="352069"/>
                  </a:lnTo>
                  <a:lnTo>
                    <a:pt x="87452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913446" y="5488355"/>
              <a:ext cx="480695" cy="227965"/>
            </a:xfrm>
            <a:custGeom>
              <a:avLst/>
              <a:gdLst/>
              <a:ahLst/>
              <a:cxnLst/>
              <a:rect l="l" t="t" r="r" b="b"/>
              <a:pathLst>
                <a:path w="480694" h="227964">
                  <a:moveTo>
                    <a:pt x="480466" y="0"/>
                  </a:moveTo>
                  <a:lnTo>
                    <a:pt x="0" y="0"/>
                  </a:lnTo>
                  <a:lnTo>
                    <a:pt x="0" y="227914"/>
                  </a:lnTo>
                  <a:lnTo>
                    <a:pt x="480466" y="227914"/>
                  </a:lnTo>
                  <a:lnTo>
                    <a:pt x="4804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/>
            <p:cNvSpPr/>
            <p:nvPr/>
          </p:nvSpPr>
          <p:spPr>
            <a:xfrm>
              <a:off x="913446" y="5488355"/>
              <a:ext cx="480695" cy="227965"/>
            </a:xfrm>
            <a:custGeom>
              <a:avLst/>
              <a:gdLst/>
              <a:ahLst/>
              <a:cxnLst/>
              <a:rect l="l" t="t" r="r" b="b"/>
              <a:pathLst>
                <a:path w="480694" h="227964">
                  <a:moveTo>
                    <a:pt x="0" y="227914"/>
                  </a:moveTo>
                  <a:lnTo>
                    <a:pt x="480466" y="227914"/>
                  </a:lnTo>
                  <a:lnTo>
                    <a:pt x="480466" y="0"/>
                  </a:lnTo>
                  <a:lnTo>
                    <a:pt x="0" y="0"/>
                  </a:lnTo>
                  <a:lnTo>
                    <a:pt x="0" y="227914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6" name="object 176"/>
          <p:cNvSpPr txBox="1"/>
          <p:nvPr/>
        </p:nvSpPr>
        <p:spPr>
          <a:xfrm>
            <a:off x="1102562" y="5548591"/>
            <a:ext cx="10033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H9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177" name="object 177"/>
          <p:cNvGrpSpPr/>
          <p:nvPr/>
        </p:nvGrpSpPr>
        <p:grpSpPr>
          <a:xfrm>
            <a:off x="7330440" y="5465902"/>
            <a:ext cx="2651760" cy="1516380"/>
            <a:chOff x="7330440" y="5465902"/>
            <a:chExt cx="2651760" cy="1516380"/>
          </a:xfrm>
        </p:grpSpPr>
        <p:pic>
          <p:nvPicPr>
            <p:cNvPr id="178" name="object 17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223248" y="5484863"/>
              <a:ext cx="735338" cy="1497342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9233408" y="5495035"/>
              <a:ext cx="701040" cy="1463675"/>
            </a:xfrm>
            <a:custGeom>
              <a:avLst/>
              <a:gdLst/>
              <a:ahLst/>
              <a:cxnLst/>
              <a:rect l="l" t="t" r="r" b="b"/>
              <a:pathLst>
                <a:path w="701040" h="1463675">
                  <a:moveTo>
                    <a:pt x="0" y="1463421"/>
                  </a:moveTo>
                  <a:lnTo>
                    <a:pt x="700746" y="1463421"/>
                  </a:lnTo>
                  <a:lnTo>
                    <a:pt x="700746" y="0"/>
                  </a:lnTo>
                  <a:lnTo>
                    <a:pt x="0" y="0"/>
                  </a:lnTo>
                  <a:lnTo>
                    <a:pt x="0" y="1463421"/>
                  </a:lnTo>
                  <a:close/>
                </a:path>
              </a:pathLst>
            </a:custGeom>
            <a:ln w="885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647694" y="5763653"/>
              <a:ext cx="227298" cy="221081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643757" y="6354330"/>
              <a:ext cx="227298" cy="221145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60920" y="5507735"/>
              <a:ext cx="963936" cy="1471422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7368794" y="5515660"/>
              <a:ext cx="932815" cy="1441450"/>
            </a:xfrm>
            <a:custGeom>
              <a:avLst/>
              <a:gdLst/>
              <a:ahLst/>
              <a:cxnLst/>
              <a:rect l="l" t="t" r="r" b="b"/>
              <a:pathLst>
                <a:path w="932815" h="1441450">
                  <a:moveTo>
                    <a:pt x="0" y="1441323"/>
                  </a:moveTo>
                  <a:lnTo>
                    <a:pt x="932788" y="1441323"/>
                  </a:lnTo>
                  <a:lnTo>
                    <a:pt x="932788" y="0"/>
                  </a:lnTo>
                  <a:lnTo>
                    <a:pt x="0" y="0"/>
                  </a:lnTo>
                  <a:lnTo>
                    <a:pt x="0" y="1441323"/>
                  </a:lnTo>
                  <a:close/>
                </a:path>
              </a:pathLst>
            </a:custGeom>
            <a:ln w="590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380476" y="5492495"/>
              <a:ext cx="809244" cy="1471460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8375523" y="5488939"/>
              <a:ext cx="820419" cy="1480820"/>
            </a:xfrm>
            <a:custGeom>
              <a:avLst/>
              <a:gdLst/>
              <a:ahLst/>
              <a:cxnLst/>
              <a:rect l="l" t="t" r="r" b="b"/>
              <a:pathLst>
                <a:path w="820420" h="1480820">
                  <a:moveTo>
                    <a:pt x="815454" y="5080"/>
                  </a:moveTo>
                  <a:lnTo>
                    <a:pt x="814184" y="5080"/>
                  </a:lnTo>
                  <a:lnTo>
                    <a:pt x="814184" y="236220"/>
                  </a:lnTo>
                  <a:lnTo>
                    <a:pt x="814184" y="1474470"/>
                  </a:lnTo>
                  <a:lnTo>
                    <a:pt x="5829" y="1474470"/>
                  </a:lnTo>
                  <a:lnTo>
                    <a:pt x="5829" y="236220"/>
                  </a:lnTo>
                  <a:lnTo>
                    <a:pt x="4686" y="236220"/>
                  </a:lnTo>
                  <a:lnTo>
                    <a:pt x="4686" y="1474470"/>
                  </a:lnTo>
                  <a:lnTo>
                    <a:pt x="4686" y="1475740"/>
                  </a:lnTo>
                  <a:lnTo>
                    <a:pt x="815454" y="1475740"/>
                  </a:lnTo>
                  <a:lnTo>
                    <a:pt x="815454" y="1474470"/>
                  </a:lnTo>
                  <a:lnTo>
                    <a:pt x="815454" y="236220"/>
                  </a:lnTo>
                  <a:lnTo>
                    <a:pt x="815454" y="5080"/>
                  </a:lnTo>
                  <a:close/>
                </a:path>
                <a:path w="820420" h="1480820">
                  <a:moveTo>
                    <a:pt x="820153" y="0"/>
                  </a:moveTo>
                  <a:lnTo>
                    <a:pt x="106959" y="0"/>
                  </a:lnTo>
                  <a:lnTo>
                    <a:pt x="106959" y="3810"/>
                  </a:lnTo>
                  <a:lnTo>
                    <a:pt x="816597" y="3810"/>
                  </a:lnTo>
                  <a:lnTo>
                    <a:pt x="816597" y="236220"/>
                  </a:lnTo>
                  <a:lnTo>
                    <a:pt x="816597" y="1477010"/>
                  </a:lnTo>
                  <a:lnTo>
                    <a:pt x="3416" y="1477010"/>
                  </a:lnTo>
                  <a:lnTo>
                    <a:pt x="3416" y="236220"/>
                  </a:lnTo>
                  <a:lnTo>
                    <a:pt x="0" y="236220"/>
                  </a:lnTo>
                  <a:lnTo>
                    <a:pt x="0" y="1477010"/>
                  </a:lnTo>
                  <a:lnTo>
                    <a:pt x="0" y="1480820"/>
                  </a:lnTo>
                  <a:lnTo>
                    <a:pt x="820153" y="1480820"/>
                  </a:lnTo>
                  <a:lnTo>
                    <a:pt x="820153" y="1477010"/>
                  </a:lnTo>
                  <a:lnTo>
                    <a:pt x="820153" y="236220"/>
                  </a:lnTo>
                  <a:lnTo>
                    <a:pt x="820153" y="3810"/>
                  </a:lnTo>
                  <a:lnTo>
                    <a:pt x="82015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/>
            <p:cNvSpPr/>
            <p:nvPr/>
          </p:nvSpPr>
          <p:spPr>
            <a:xfrm>
              <a:off x="7334885" y="5480405"/>
              <a:ext cx="2642870" cy="1492885"/>
            </a:xfrm>
            <a:custGeom>
              <a:avLst/>
              <a:gdLst/>
              <a:ahLst/>
              <a:cxnLst/>
              <a:rect l="l" t="t" r="r" b="b"/>
              <a:pathLst>
                <a:path w="2642870" h="1492884">
                  <a:moveTo>
                    <a:pt x="0" y="1492377"/>
                  </a:moveTo>
                  <a:lnTo>
                    <a:pt x="2642362" y="1492377"/>
                  </a:lnTo>
                  <a:lnTo>
                    <a:pt x="2642362" y="0"/>
                  </a:lnTo>
                  <a:lnTo>
                    <a:pt x="0" y="0"/>
                  </a:lnTo>
                  <a:lnTo>
                    <a:pt x="0" y="1492377"/>
                  </a:lnTo>
                  <a:close/>
                </a:path>
              </a:pathLst>
            </a:custGeom>
            <a:ln w="8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/>
            <p:cNvSpPr/>
            <p:nvPr/>
          </p:nvSpPr>
          <p:spPr>
            <a:xfrm>
              <a:off x="8109458" y="5468124"/>
              <a:ext cx="373380" cy="256540"/>
            </a:xfrm>
            <a:custGeom>
              <a:avLst/>
              <a:gdLst/>
              <a:ahLst/>
              <a:cxnLst/>
              <a:rect l="l" t="t" r="r" b="b"/>
              <a:pathLst>
                <a:path w="373379" h="256539">
                  <a:moveTo>
                    <a:pt x="373038" y="0"/>
                  </a:moveTo>
                  <a:lnTo>
                    <a:pt x="0" y="0"/>
                  </a:lnTo>
                  <a:lnTo>
                    <a:pt x="0" y="256400"/>
                  </a:lnTo>
                  <a:lnTo>
                    <a:pt x="373038" y="256400"/>
                  </a:lnTo>
                  <a:lnTo>
                    <a:pt x="3730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8109458" y="5468124"/>
              <a:ext cx="373380" cy="256540"/>
            </a:xfrm>
            <a:custGeom>
              <a:avLst/>
              <a:gdLst/>
              <a:ahLst/>
              <a:cxnLst/>
              <a:rect l="l" t="t" r="r" b="b"/>
              <a:pathLst>
                <a:path w="373379" h="256539">
                  <a:moveTo>
                    <a:pt x="0" y="256400"/>
                  </a:moveTo>
                  <a:lnTo>
                    <a:pt x="373038" y="256400"/>
                  </a:lnTo>
                  <a:lnTo>
                    <a:pt x="373038" y="0"/>
                  </a:lnTo>
                  <a:lnTo>
                    <a:pt x="0" y="0"/>
                  </a:lnTo>
                  <a:lnTo>
                    <a:pt x="0" y="256400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9" name="object 189"/>
          <p:cNvSpPr txBox="1"/>
          <p:nvPr/>
        </p:nvSpPr>
        <p:spPr>
          <a:xfrm>
            <a:off x="8245855" y="5542495"/>
            <a:ext cx="10033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H7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255523" y="6657175"/>
            <a:ext cx="65151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b="1">
                <a:latin typeface="Times New Roman"/>
                <a:cs typeface="Times New Roman"/>
              </a:rPr>
              <a:t>Cổng</a:t>
            </a:r>
            <a:r>
              <a:rPr dirty="0" sz="750" spc="-45" b="1">
                <a:latin typeface="Times New Roman"/>
                <a:cs typeface="Times New Roman"/>
              </a:rPr>
              <a:t> </a:t>
            </a:r>
            <a:r>
              <a:rPr dirty="0" sz="750" b="1">
                <a:latin typeface="Times New Roman"/>
                <a:cs typeface="Times New Roman"/>
              </a:rPr>
              <a:t>biến</a:t>
            </a:r>
            <a:r>
              <a:rPr dirty="0" sz="750" spc="-35" b="1">
                <a:latin typeface="Times New Roman"/>
                <a:cs typeface="Times New Roman"/>
              </a:rPr>
              <a:t> </a:t>
            </a:r>
            <a:r>
              <a:rPr dirty="0" sz="750" spc="-20" b="1">
                <a:latin typeface="Times New Roman"/>
                <a:cs typeface="Times New Roman"/>
              </a:rPr>
              <a:t>dạng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1" name="object 191"/>
          <p:cNvSpPr txBox="1"/>
          <p:nvPr/>
        </p:nvSpPr>
        <p:spPr>
          <a:xfrm>
            <a:off x="1047545" y="6580987"/>
            <a:ext cx="1154430" cy="33210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102870" rIns="0" bIns="0" rtlCol="0" vert="horz">
            <a:spAutoFit/>
          </a:bodyPr>
          <a:lstStyle/>
          <a:p>
            <a:pPr marL="129539">
              <a:lnSpc>
                <a:spcPct val="100000"/>
              </a:lnSpc>
              <a:spcBef>
                <a:spcPts val="810"/>
              </a:spcBef>
            </a:pPr>
            <a:r>
              <a:rPr dirty="0" sz="750">
                <a:latin typeface="Times New Roman"/>
                <a:cs typeface="Times New Roman"/>
              </a:rPr>
              <a:t>Mép</a:t>
            </a:r>
            <a:r>
              <a:rPr dirty="0" sz="750" spc="-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lò</a:t>
            </a:r>
            <a:r>
              <a:rPr dirty="0" sz="750" spc="-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so</a:t>
            </a:r>
            <a:r>
              <a:rPr dirty="0" sz="750" spc="-30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vênh</a:t>
            </a:r>
            <a:r>
              <a:rPr dirty="0" sz="750" spc="-25">
                <a:latin typeface="Times New Roman"/>
                <a:cs typeface="Times New Roman"/>
              </a:rPr>
              <a:t> </a:t>
            </a:r>
            <a:r>
              <a:rPr dirty="0" sz="750">
                <a:latin typeface="Times New Roman"/>
                <a:cs typeface="Times New Roman"/>
              </a:rPr>
              <a:t>lên</a:t>
            </a:r>
            <a:r>
              <a:rPr dirty="0" sz="750" spc="-35">
                <a:latin typeface="Times New Roman"/>
                <a:cs typeface="Times New Roman"/>
              </a:rPr>
              <a:t> </a:t>
            </a:r>
            <a:r>
              <a:rPr dirty="0" sz="750" spc="-20">
                <a:latin typeface="Times New Roman"/>
                <a:cs typeface="Times New Roman"/>
              </a:rPr>
              <a:t>trên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92" name="object 192"/>
          <p:cNvSpPr txBox="1"/>
          <p:nvPr/>
        </p:nvSpPr>
        <p:spPr>
          <a:xfrm>
            <a:off x="2234819" y="6581000"/>
            <a:ext cx="1074420" cy="30162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876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dirty="0" sz="750">
                <a:solidFill>
                  <a:srgbClr val="0000FF"/>
                </a:solidFill>
                <a:latin typeface="Times New Roman"/>
                <a:cs typeface="Times New Roman"/>
              </a:rPr>
              <a:t>Hư</a:t>
            </a:r>
            <a:r>
              <a:rPr dirty="0" sz="750" spc="-3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750" spc="-25">
                <a:solidFill>
                  <a:srgbClr val="0000FF"/>
                </a:solidFill>
                <a:latin typeface="Times New Roman"/>
                <a:cs typeface="Times New Roman"/>
              </a:rPr>
              <a:t>hại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3367151" y="5484876"/>
            <a:ext cx="3920490" cy="1450340"/>
            <a:chOff x="3367151" y="5484876"/>
            <a:chExt cx="3920490" cy="1450340"/>
          </a:xfrm>
        </p:grpSpPr>
        <p:pic>
          <p:nvPicPr>
            <p:cNvPr id="194" name="object 19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385185" y="5508269"/>
              <a:ext cx="588491" cy="1100162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3383661" y="5506796"/>
              <a:ext cx="591820" cy="1103630"/>
            </a:xfrm>
            <a:custGeom>
              <a:avLst/>
              <a:gdLst/>
              <a:ahLst/>
              <a:cxnLst/>
              <a:rect l="l" t="t" r="r" b="b"/>
              <a:pathLst>
                <a:path w="591820" h="1103629">
                  <a:moveTo>
                    <a:pt x="0" y="1103109"/>
                  </a:moveTo>
                  <a:lnTo>
                    <a:pt x="591437" y="1103109"/>
                  </a:lnTo>
                  <a:lnTo>
                    <a:pt x="591437" y="0"/>
                  </a:lnTo>
                  <a:lnTo>
                    <a:pt x="0" y="0"/>
                  </a:lnTo>
                  <a:lnTo>
                    <a:pt x="0" y="110310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86068" y="5503938"/>
              <a:ext cx="901571" cy="1177632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3371596" y="5489321"/>
              <a:ext cx="3886835" cy="1441450"/>
            </a:xfrm>
            <a:custGeom>
              <a:avLst/>
              <a:gdLst/>
              <a:ahLst/>
              <a:cxnLst/>
              <a:rect l="l" t="t" r="r" b="b"/>
              <a:pathLst>
                <a:path w="3886834" h="1441450">
                  <a:moveTo>
                    <a:pt x="0" y="1440941"/>
                  </a:moveTo>
                  <a:lnTo>
                    <a:pt x="3886835" y="1440941"/>
                  </a:lnTo>
                  <a:lnTo>
                    <a:pt x="3886835" y="0"/>
                  </a:lnTo>
                  <a:lnTo>
                    <a:pt x="0" y="0"/>
                  </a:lnTo>
                  <a:lnTo>
                    <a:pt x="0" y="1440941"/>
                  </a:lnTo>
                  <a:close/>
                </a:path>
              </a:pathLst>
            </a:custGeom>
            <a:ln w="8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/>
            <p:cNvSpPr/>
            <p:nvPr/>
          </p:nvSpPr>
          <p:spPr>
            <a:xfrm>
              <a:off x="5608701" y="6626301"/>
              <a:ext cx="771525" cy="297180"/>
            </a:xfrm>
            <a:custGeom>
              <a:avLst/>
              <a:gdLst/>
              <a:ahLst/>
              <a:cxnLst/>
              <a:rect l="l" t="t" r="r" b="b"/>
              <a:pathLst>
                <a:path w="771525" h="297179">
                  <a:moveTo>
                    <a:pt x="770939" y="0"/>
                  </a:moveTo>
                  <a:lnTo>
                    <a:pt x="0" y="0"/>
                  </a:lnTo>
                  <a:lnTo>
                    <a:pt x="0" y="296646"/>
                  </a:lnTo>
                  <a:lnTo>
                    <a:pt x="770939" y="296646"/>
                  </a:lnTo>
                  <a:lnTo>
                    <a:pt x="770939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/>
            <p:cNvSpPr/>
            <p:nvPr/>
          </p:nvSpPr>
          <p:spPr>
            <a:xfrm>
              <a:off x="3373755" y="5506885"/>
              <a:ext cx="229870" cy="250190"/>
            </a:xfrm>
            <a:custGeom>
              <a:avLst/>
              <a:gdLst/>
              <a:ahLst/>
              <a:cxnLst/>
              <a:rect l="l" t="t" r="r" b="b"/>
              <a:pathLst>
                <a:path w="229870" h="250189">
                  <a:moveTo>
                    <a:pt x="229527" y="0"/>
                  </a:moveTo>
                  <a:lnTo>
                    <a:pt x="0" y="0"/>
                  </a:lnTo>
                  <a:lnTo>
                    <a:pt x="0" y="249643"/>
                  </a:lnTo>
                  <a:lnTo>
                    <a:pt x="229527" y="249643"/>
                  </a:lnTo>
                  <a:lnTo>
                    <a:pt x="2295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3373755" y="5506885"/>
              <a:ext cx="229870" cy="250190"/>
            </a:xfrm>
            <a:custGeom>
              <a:avLst/>
              <a:gdLst/>
              <a:ahLst/>
              <a:cxnLst/>
              <a:rect l="l" t="t" r="r" b="b"/>
              <a:pathLst>
                <a:path w="229870" h="250189">
                  <a:moveTo>
                    <a:pt x="0" y="249643"/>
                  </a:moveTo>
                  <a:lnTo>
                    <a:pt x="229527" y="249643"/>
                  </a:lnTo>
                  <a:lnTo>
                    <a:pt x="229527" y="0"/>
                  </a:lnTo>
                  <a:lnTo>
                    <a:pt x="0" y="0"/>
                  </a:lnTo>
                  <a:lnTo>
                    <a:pt x="0" y="249643"/>
                  </a:lnTo>
                  <a:close/>
                </a:path>
              </a:pathLst>
            </a:custGeom>
            <a:ln w="3937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1" name="object 201"/>
          <p:cNvSpPr txBox="1"/>
          <p:nvPr/>
        </p:nvSpPr>
        <p:spPr>
          <a:xfrm>
            <a:off x="3437635" y="5577802"/>
            <a:ext cx="100330" cy="101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25">
                <a:solidFill>
                  <a:srgbClr val="FF0000"/>
                </a:solidFill>
                <a:latin typeface="Times New Roman"/>
                <a:cs typeface="Times New Roman"/>
              </a:rPr>
              <a:t>H8</a:t>
            </a:r>
            <a:endParaRPr sz="500">
              <a:latin typeface="Times New Roman"/>
              <a:cs typeface="Times New Roman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3375659" y="5512942"/>
            <a:ext cx="1137920" cy="1400175"/>
            <a:chOff x="3375659" y="5512942"/>
            <a:chExt cx="1137920" cy="1400175"/>
          </a:xfrm>
        </p:grpSpPr>
        <p:pic>
          <p:nvPicPr>
            <p:cNvPr id="203" name="object 20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989450" y="5516003"/>
              <a:ext cx="520903" cy="1099743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3987926" y="5514530"/>
              <a:ext cx="523875" cy="1102995"/>
            </a:xfrm>
            <a:custGeom>
              <a:avLst/>
              <a:gdLst/>
              <a:ahLst/>
              <a:cxnLst/>
              <a:rect l="l" t="t" r="r" b="b"/>
              <a:pathLst>
                <a:path w="523875" h="1102995">
                  <a:moveTo>
                    <a:pt x="0" y="1102690"/>
                  </a:moveTo>
                  <a:lnTo>
                    <a:pt x="523862" y="1102690"/>
                  </a:lnTo>
                  <a:lnTo>
                    <a:pt x="523862" y="0"/>
                  </a:lnTo>
                  <a:lnTo>
                    <a:pt x="0" y="0"/>
                  </a:lnTo>
                  <a:lnTo>
                    <a:pt x="0" y="110269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3375659" y="6615747"/>
              <a:ext cx="593090" cy="297180"/>
            </a:xfrm>
            <a:custGeom>
              <a:avLst/>
              <a:gdLst/>
              <a:ahLst/>
              <a:cxnLst/>
              <a:rect l="l" t="t" r="r" b="b"/>
              <a:pathLst>
                <a:path w="593089" h="297179">
                  <a:moveTo>
                    <a:pt x="592505" y="0"/>
                  </a:moveTo>
                  <a:lnTo>
                    <a:pt x="0" y="0"/>
                  </a:lnTo>
                  <a:lnTo>
                    <a:pt x="0" y="297027"/>
                  </a:lnTo>
                  <a:lnTo>
                    <a:pt x="592505" y="297027"/>
                  </a:lnTo>
                  <a:lnTo>
                    <a:pt x="592505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6" name="object 206"/>
          <p:cNvSpPr txBox="1"/>
          <p:nvPr/>
        </p:nvSpPr>
        <p:spPr>
          <a:xfrm>
            <a:off x="3472941" y="6663880"/>
            <a:ext cx="3956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b="1">
                <a:latin typeface="Times New Roman"/>
                <a:cs typeface="Times New Roman"/>
              </a:rPr>
              <a:t>Xước,</a:t>
            </a:r>
            <a:r>
              <a:rPr dirty="0" sz="750" spc="-25" b="1">
                <a:latin typeface="Times New Roman"/>
                <a:cs typeface="Times New Roman"/>
              </a:rPr>
              <a:t> m</a:t>
            </a:r>
            <a:r>
              <a:rPr dirty="0" sz="500" spc="-25" b="1">
                <a:latin typeface="Times New Roman"/>
                <a:cs typeface="Times New Roman"/>
              </a:rPr>
              <a:t>ẻ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207" name="object 207"/>
          <p:cNvSpPr/>
          <p:nvPr/>
        </p:nvSpPr>
        <p:spPr>
          <a:xfrm>
            <a:off x="3972940" y="6623583"/>
            <a:ext cx="546735" cy="292100"/>
          </a:xfrm>
          <a:custGeom>
            <a:avLst/>
            <a:gdLst/>
            <a:ahLst/>
            <a:cxnLst/>
            <a:rect l="l" t="t" r="r" b="b"/>
            <a:pathLst>
              <a:path w="546735" h="292100">
                <a:moveTo>
                  <a:pt x="546608" y="0"/>
                </a:moveTo>
                <a:lnTo>
                  <a:pt x="0" y="0"/>
                </a:lnTo>
                <a:lnTo>
                  <a:pt x="0" y="292049"/>
                </a:lnTo>
                <a:lnTo>
                  <a:pt x="546608" y="292049"/>
                </a:lnTo>
                <a:lnTo>
                  <a:pt x="54660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 txBox="1"/>
          <p:nvPr/>
        </p:nvSpPr>
        <p:spPr>
          <a:xfrm>
            <a:off x="4160265" y="6694055"/>
            <a:ext cx="17081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 b="1">
                <a:solidFill>
                  <a:srgbClr val="00AE50"/>
                </a:solidFill>
                <a:latin typeface="Times New Roman"/>
                <a:cs typeface="Times New Roman"/>
              </a:rPr>
              <a:t>OK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209" name="object 209"/>
          <p:cNvGrpSpPr/>
          <p:nvPr/>
        </p:nvGrpSpPr>
        <p:grpSpPr>
          <a:xfrm>
            <a:off x="4529835" y="5519369"/>
            <a:ext cx="1837055" cy="1403985"/>
            <a:chOff x="4529835" y="5519369"/>
            <a:chExt cx="1837055" cy="1403985"/>
          </a:xfrm>
        </p:grpSpPr>
        <p:pic>
          <p:nvPicPr>
            <p:cNvPr id="210" name="object 21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533645" y="5522442"/>
              <a:ext cx="537831" cy="1093304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4532248" y="5520956"/>
              <a:ext cx="541020" cy="1096645"/>
            </a:xfrm>
            <a:custGeom>
              <a:avLst/>
              <a:gdLst/>
              <a:ahLst/>
              <a:cxnLst/>
              <a:rect l="l" t="t" r="r" b="b"/>
              <a:pathLst>
                <a:path w="541020" h="1096645">
                  <a:moveTo>
                    <a:pt x="0" y="1096264"/>
                  </a:moveTo>
                  <a:lnTo>
                    <a:pt x="540777" y="1096264"/>
                  </a:lnTo>
                  <a:lnTo>
                    <a:pt x="540777" y="0"/>
                  </a:lnTo>
                  <a:lnTo>
                    <a:pt x="0" y="0"/>
                  </a:lnTo>
                  <a:lnTo>
                    <a:pt x="0" y="109626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091429" y="5522442"/>
              <a:ext cx="520903" cy="1085989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5089905" y="5520956"/>
              <a:ext cx="523875" cy="1089025"/>
            </a:xfrm>
            <a:custGeom>
              <a:avLst/>
              <a:gdLst/>
              <a:ahLst/>
              <a:cxnLst/>
              <a:rect l="l" t="t" r="r" b="b"/>
              <a:pathLst>
                <a:path w="523875" h="1089025">
                  <a:moveTo>
                    <a:pt x="0" y="1088948"/>
                  </a:moveTo>
                  <a:lnTo>
                    <a:pt x="523862" y="1088948"/>
                  </a:lnTo>
                  <a:lnTo>
                    <a:pt x="523862" y="0"/>
                  </a:lnTo>
                  <a:lnTo>
                    <a:pt x="0" y="0"/>
                  </a:lnTo>
                  <a:lnTo>
                    <a:pt x="0" y="108894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4529835" y="6630365"/>
              <a:ext cx="533400" cy="292735"/>
            </a:xfrm>
            <a:custGeom>
              <a:avLst/>
              <a:gdLst/>
              <a:ahLst/>
              <a:cxnLst/>
              <a:rect l="l" t="t" r="r" b="b"/>
              <a:pathLst>
                <a:path w="533400" h="292734">
                  <a:moveTo>
                    <a:pt x="533106" y="0"/>
                  </a:moveTo>
                  <a:lnTo>
                    <a:pt x="0" y="0"/>
                  </a:lnTo>
                  <a:lnTo>
                    <a:pt x="0" y="292582"/>
                  </a:lnTo>
                  <a:lnTo>
                    <a:pt x="533106" y="292582"/>
                  </a:lnTo>
                  <a:lnTo>
                    <a:pt x="53310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648959" y="5531853"/>
              <a:ext cx="717472" cy="1082408"/>
            </a:xfrm>
            <a:prstGeom prst="rect">
              <a:avLst/>
            </a:prstGeom>
          </p:spPr>
        </p:pic>
        <p:sp>
          <p:nvSpPr>
            <p:cNvPr id="216" name="object 216"/>
            <p:cNvSpPr/>
            <p:nvPr/>
          </p:nvSpPr>
          <p:spPr>
            <a:xfrm>
              <a:off x="5735319" y="5761113"/>
              <a:ext cx="603885" cy="490855"/>
            </a:xfrm>
            <a:custGeom>
              <a:avLst/>
              <a:gdLst/>
              <a:ahLst/>
              <a:cxnLst/>
              <a:rect l="l" t="t" r="r" b="b"/>
              <a:pathLst>
                <a:path w="603885" h="490854">
                  <a:moveTo>
                    <a:pt x="0" y="490588"/>
                  </a:moveTo>
                  <a:lnTo>
                    <a:pt x="603274" y="490588"/>
                  </a:lnTo>
                  <a:lnTo>
                    <a:pt x="603274" y="0"/>
                  </a:lnTo>
                  <a:lnTo>
                    <a:pt x="0" y="0"/>
                  </a:lnTo>
                  <a:lnTo>
                    <a:pt x="0" y="490588"/>
                  </a:lnTo>
                  <a:close/>
                </a:path>
              </a:pathLst>
            </a:custGeom>
            <a:ln w="1771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7" name="object 217"/>
          <p:cNvSpPr txBox="1"/>
          <p:nvPr/>
        </p:nvSpPr>
        <p:spPr>
          <a:xfrm>
            <a:off x="4591049" y="6651180"/>
            <a:ext cx="404495" cy="2476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29209">
              <a:lnSpc>
                <a:spcPts val="850"/>
              </a:lnSpc>
              <a:spcBef>
                <a:spcPts val="170"/>
              </a:spcBef>
            </a:pPr>
            <a:r>
              <a:rPr dirty="0" sz="750" b="1">
                <a:latin typeface="Times New Roman"/>
                <a:cs typeface="Times New Roman"/>
              </a:rPr>
              <a:t>Nẫy</a:t>
            </a:r>
            <a:r>
              <a:rPr dirty="0" sz="750" spc="-20" b="1">
                <a:latin typeface="Times New Roman"/>
                <a:cs typeface="Times New Roman"/>
              </a:rPr>
              <a:t> </a:t>
            </a:r>
            <a:r>
              <a:rPr dirty="0" sz="750" spc="-25" b="1">
                <a:latin typeface="Times New Roman"/>
                <a:cs typeface="Times New Roman"/>
              </a:rPr>
              <a:t>của</a:t>
            </a:r>
            <a:r>
              <a:rPr dirty="0" sz="750" spc="500" b="1">
                <a:latin typeface="Times New Roman"/>
                <a:cs typeface="Times New Roman"/>
              </a:rPr>
              <a:t> </a:t>
            </a:r>
            <a:r>
              <a:rPr dirty="0" sz="750" b="1">
                <a:latin typeface="Times New Roman"/>
                <a:cs typeface="Times New Roman"/>
              </a:rPr>
              <a:t>cổng</a:t>
            </a:r>
            <a:r>
              <a:rPr dirty="0" sz="750" spc="-30" b="1">
                <a:latin typeface="Times New Roman"/>
                <a:cs typeface="Times New Roman"/>
              </a:rPr>
              <a:t> biến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18" name="object 218"/>
          <p:cNvSpPr/>
          <p:nvPr/>
        </p:nvSpPr>
        <p:spPr>
          <a:xfrm>
            <a:off x="5087746" y="6624713"/>
            <a:ext cx="523240" cy="298450"/>
          </a:xfrm>
          <a:custGeom>
            <a:avLst/>
            <a:gdLst/>
            <a:ahLst/>
            <a:cxnLst/>
            <a:rect l="l" t="t" r="r" b="b"/>
            <a:pathLst>
              <a:path w="523239" h="298450">
                <a:moveTo>
                  <a:pt x="523138" y="0"/>
                </a:moveTo>
                <a:lnTo>
                  <a:pt x="0" y="0"/>
                </a:lnTo>
                <a:lnTo>
                  <a:pt x="0" y="298234"/>
                </a:lnTo>
                <a:lnTo>
                  <a:pt x="523138" y="298234"/>
                </a:lnTo>
                <a:lnTo>
                  <a:pt x="52313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9" name="object 219"/>
          <p:cNvSpPr txBox="1"/>
          <p:nvPr/>
        </p:nvSpPr>
        <p:spPr>
          <a:xfrm>
            <a:off x="5139054" y="6647891"/>
            <a:ext cx="415290" cy="2489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 indent="33655">
              <a:lnSpc>
                <a:spcPts val="860"/>
              </a:lnSpc>
              <a:spcBef>
                <a:spcPts val="160"/>
              </a:spcBef>
            </a:pPr>
            <a:r>
              <a:rPr dirty="0" sz="750" b="1">
                <a:latin typeface="Times New Roman"/>
                <a:cs typeface="Times New Roman"/>
              </a:rPr>
              <a:t>Nẫy</a:t>
            </a:r>
            <a:r>
              <a:rPr dirty="0" sz="750" spc="-20" b="1">
                <a:latin typeface="Times New Roman"/>
                <a:cs typeface="Times New Roman"/>
              </a:rPr>
              <a:t> </a:t>
            </a:r>
            <a:r>
              <a:rPr dirty="0" sz="750" spc="-25" b="1">
                <a:latin typeface="Times New Roman"/>
                <a:cs typeface="Times New Roman"/>
              </a:rPr>
              <a:t>của</a:t>
            </a:r>
            <a:r>
              <a:rPr dirty="0" sz="750" spc="500" b="1">
                <a:latin typeface="Times New Roman"/>
                <a:cs typeface="Times New Roman"/>
              </a:rPr>
              <a:t> </a:t>
            </a:r>
            <a:r>
              <a:rPr dirty="0" sz="750" b="1">
                <a:latin typeface="Times New Roman"/>
                <a:cs typeface="Times New Roman"/>
              </a:rPr>
              <a:t>cổng</a:t>
            </a:r>
            <a:r>
              <a:rPr dirty="0" sz="750" spc="-30" b="1">
                <a:latin typeface="Times New Roman"/>
                <a:cs typeface="Times New Roman"/>
              </a:rPr>
              <a:t> bình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5678169" y="6698932"/>
            <a:ext cx="62484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 b="1">
                <a:latin typeface="Times New Roman"/>
                <a:cs typeface="Times New Roman"/>
              </a:rPr>
              <a:t>cage</a:t>
            </a:r>
            <a:r>
              <a:rPr dirty="0" sz="750" spc="-25" b="1">
                <a:latin typeface="Times New Roman"/>
                <a:cs typeface="Times New Roman"/>
              </a:rPr>
              <a:t> </a:t>
            </a:r>
            <a:r>
              <a:rPr dirty="0" sz="750" b="1">
                <a:latin typeface="Times New Roman"/>
                <a:cs typeface="Times New Roman"/>
              </a:rPr>
              <a:t>cong</a:t>
            </a:r>
            <a:r>
              <a:rPr dirty="0" sz="750" spc="-20" b="1">
                <a:latin typeface="Times New Roman"/>
                <a:cs typeface="Times New Roman"/>
              </a:rPr>
              <a:t> vênh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221" name="object 221"/>
          <p:cNvSpPr/>
          <p:nvPr/>
        </p:nvSpPr>
        <p:spPr>
          <a:xfrm>
            <a:off x="6398767" y="6619773"/>
            <a:ext cx="851535" cy="303530"/>
          </a:xfrm>
          <a:custGeom>
            <a:avLst/>
            <a:gdLst/>
            <a:ahLst/>
            <a:cxnLst/>
            <a:rect l="l" t="t" r="r" b="b"/>
            <a:pathLst>
              <a:path w="851534" h="303529">
                <a:moveTo>
                  <a:pt x="851535" y="0"/>
                </a:moveTo>
                <a:lnTo>
                  <a:pt x="0" y="0"/>
                </a:lnTo>
                <a:lnTo>
                  <a:pt x="0" y="303529"/>
                </a:lnTo>
                <a:lnTo>
                  <a:pt x="851535" y="303529"/>
                </a:lnTo>
                <a:lnTo>
                  <a:pt x="85153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 txBox="1"/>
          <p:nvPr/>
        </p:nvSpPr>
        <p:spPr>
          <a:xfrm>
            <a:off x="6488303" y="6645579"/>
            <a:ext cx="664210" cy="2489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247650" marR="5080" indent="-234950">
              <a:lnSpc>
                <a:spcPts val="860"/>
              </a:lnSpc>
              <a:spcBef>
                <a:spcPts val="160"/>
              </a:spcBef>
            </a:pPr>
            <a:r>
              <a:rPr dirty="0" sz="750" b="1">
                <a:latin typeface="Times New Roman"/>
                <a:cs typeface="Times New Roman"/>
              </a:rPr>
              <a:t>Mất</a:t>
            </a:r>
            <a:r>
              <a:rPr dirty="0" sz="750" spc="-35" b="1">
                <a:latin typeface="Times New Roman"/>
                <a:cs typeface="Times New Roman"/>
              </a:rPr>
              <a:t> </a:t>
            </a:r>
            <a:r>
              <a:rPr dirty="0" sz="750" b="1">
                <a:latin typeface="Times New Roman"/>
                <a:cs typeface="Times New Roman"/>
              </a:rPr>
              <a:t>1</a:t>
            </a:r>
            <a:r>
              <a:rPr dirty="0" sz="750" spc="-35" b="1">
                <a:latin typeface="Times New Roman"/>
                <a:cs typeface="Times New Roman"/>
              </a:rPr>
              <a:t> </a:t>
            </a:r>
            <a:r>
              <a:rPr dirty="0" sz="750" b="1">
                <a:latin typeface="Times New Roman"/>
                <a:cs typeface="Times New Roman"/>
              </a:rPr>
              <a:t>Cánh</a:t>
            </a:r>
            <a:r>
              <a:rPr dirty="0" sz="750" spc="-30" b="1">
                <a:latin typeface="Times New Roman"/>
                <a:cs typeface="Times New Roman"/>
              </a:rPr>
              <a:t> </a:t>
            </a:r>
            <a:r>
              <a:rPr dirty="0" sz="750" spc="-25" b="1">
                <a:latin typeface="Times New Roman"/>
                <a:cs typeface="Times New Roman"/>
              </a:rPr>
              <a:t>của</a:t>
            </a:r>
            <a:r>
              <a:rPr dirty="0" sz="750" spc="500" b="1">
                <a:latin typeface="Times New Roman"/>
                <a:cs typeface="Times New Roman"/>
              </a:rPr>
              <a:t> </a:t>
            </a:r>
            <a:r>
              <a:rPr dirty="0" sz="750" spc="-20" b="1">
                <a:latin typeface="Times New Roman"/>
                <a:cs typeface="Times New Roman"/>
              </a:rPr>
              <a:t>cage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file.pdf</dc:title>
  <dcterms:created xsi:type="dcterms:W3CDTF">2026-08-17T02:52:09Z</dcterms:created>
  <dcterms:modified xsi:type="dcterms:W3CDTF">2026-08-17T02:52:09Z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2026-08-17T00:00:00Z</vt:filetime>
  </property>
  <property fmtid="{D5CDD505-2E9C-101B-9397-08002B2CF9AE}" pid="4" name="Creator">
    <vt:lpwstr>www.smallpdf.com</vt:lpwstr>
  </property>
  <property fmtid="{D5CDD505-2E9C-101B-9397-08002B2CF9AE}" pid="5" name="LastSaved">
    <vt:filetime>2026-08-17T00:00:00Z</vt:filetime>
  </property>
  <property fmtid="{D5CDD505-2E9C-101B-9397-08002B2CF9AE}" pid="6" name="Producer">
    <vt:lpwstr>3-Heights(TM) PDF Security Shell 4.8.25.2 (http://www.pdf-tools.com)</vt:lpwstr>
  </property>
</Properties>
</file>