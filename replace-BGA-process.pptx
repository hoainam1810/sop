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52043" y="4075175"/>
            <a:ext cx="1386840" cy="315595"/>
          </a:xfrm>
          <a:custGeom>
            <a:avLst/>
            <a:gdLst/>
            <a:ahLst/>
            <a:cxnLst/>
            <a:rect l="l" t="t" r="r" b="b"/>
            <a:pathLst>
              <a:path w="1386839" h="315595">
                <a:moveTo>
                  <a:pt x="1386839" y="315467"/>
                </a:moveTo>
                <a:lnTo>
                  <a:pt x="0" y="315467"/>
                </a:lnTo>
                <a:lnTo>
                  <a:pt x="0" y="0"/>
                </a:lnTo>
                <a:lnTo>
                  <a:pt x="1386839" y="0"/>
                </a:lnTo>
                <a:lnTo>
                  <a:pt x="1386839" y="315467"/>
                </a:lnTo>
                <a:close/>
              </a:path>
            </a:pathLst>
          </a:custGeom>
          <a:solidFill>
            <a:srgbClr val="F7C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5947" y="4070603"/>
            <a:ext cx="1399540" cy="325120"/>
          </a:xfrm>
          <a:custGeom>
            <a:avLst/>
            <a:gdLst/>
            <a:ahLst/>
            <a:cxnLst/>
            <a:rect l="l" t="t" r="r" b="b"/>
            <a:pathLst>
              <a:path w="1399539" h="325120">
                <a:moveTo>
                  <a:pt x="1395984" y="324611"/>
                </a:moveTo>
                <a:lnTo>
                  <a:pt x="3048" y="324611"/>
                </a:lnTo>
                <a:lnTo>
                  <a:pt x="0" y="323088"/>
                </a:lnTo>
                <a:lnTo>
                  <a:pt x="0" y="3048"/>
                </a:lnTo>
                <a:lnTo>
                  <a:pt x="3048" y="0"/>
                </a:lnTo>
                <a:lnTo>
                  <a:pt x="1395984" y="0"/>
                </a:lnTo>
                <a:lnTo>
                  <a:pt x="1399032" y="3048"/>
                </a:lnTo>
                <a:lnTo>
                  <a:pt x="1399032" y="4572"/>
                </a:lnTo>
                <a:lnTo>
                  <a:pt x="10668" y="4572"/>
                </a:lnTo>
                <a:lnTo>
                  <a:pt x="6096" y="10668"/>
                </a:lnTo>
                <a:lnTo>
                  <a:pt x="10668" y="10668"/>
                </a:lnTo>
                <a:lnTo>
                  <a:pt x="10668" y="313944"/>
                </a:lnTo>
                <a:lnTo>
                  <a:pt x="6096" y="313944"/>
                </a:lnTo>
                <a:lnTo>
                  <a:pt x="10668" y="320040"/>
                </a:lnTo>
                <a:lnTo>
                  <a:pt x="1399032" y="320040"/>
                </a:lnTo>
                <a:lnTo>
                  <a:pt x="1399032" y="323088"/>
                </a:lnTo>
                <a:lnTo>
                  <a:pt x="1395984" y="324611"/>
                </a:lnTo>
                <a:close/>
              </a:path>
              <a:path w="1399539" h="325120">
                <a:moveTo>
                  <a:pt x="10668" y="10668"/>
                </a:moveTo>
                <a:lnTo>
                  <a:pt x="6096" y="10668"/>
                </a:lnTo>
                <a:lnTo>
                  <a:pt x="10668" y="4572"/>
                </a:lnTo>
                <a:lnTo>
                  <a:pt x="10668" y="10668"/>
                </a:lnTo>
                <a:close/>
              </a:path>
              <a:path w="1399539" h="325120">
                <a:moveTo>
                  <a:pt x="1388363" y="10668"/>
                </a:moveTo>
                <a:lnTo>
                  <a:pt x="10668" y="10668"/>
                </a:lnTo>
                <a:lnTo>
                  <a:pt x="10668" y="4572"/>
                </a:lnTo>
                <a:lnTo>
                  <a:pt x="1388363" y="4572"/>
                </a:lnTo>
                <a:lnTo>
                  <a:pt x="1388363" y="10668"/>
                </a:lnTo>
                <a:close/>
              </a:path>
              <a:path w="1399539" h="325120">
                <a:moveTo>
                  <a:pt x="1388363" y="320040"/>
                </a:moveTo>
                <a:lnTo>
                  <a:pt x="1388363" y="4572"/>
                </a:lnTo>
                <a:lnTo>
                  <a:pt x="1392936" y="10668"/>
                </a:lnTo>
                <a:lnTo>
                  <a:pt x="1399032" y="10668"/>
                </a:lnTo>
                <a:lnTo>
                  <a:pt x="1399032" y="313944"/>
                </a:lnTo>
                <a:lnTo>
                  <a:pt x="1392936" y="313944"/>
                </a:lnTo>
                <a:lnTo>
                  <a:pt x="1388363" y="320040"/>
                </a:lnTo>
                <a:close/>
              </a:path>
              <a:path w="1399539" h="325120">
                <a:moveTo>
                  <a:pt x="1399032" y="10668"/>
                </a:moveTo>
                <a:lnTo>
                  <a:pt x="1392936" y="10668"/>
                </a:lnTo>
                <a:lnTo>
                  <a:pt x="1388363" y="4572"/>
                </a:lnTo>
                <a:lnTo>
                  <a:pt x="1399032" y="4572"/>
                </a:lnTo>
                <a:lnTo>
                  <a:pt x="1399032" y="10668"/>
                </a:lnTo>
                <a:close/>
              </a:path>
              <a:path w="1399539" h="325120">
                <a:moveTo>
                  <a:pt x="10668" y="320040"/>
                </a:moveTo>
                <a:lnTo>
                  <a:pt x="6096" y="313944"/>
                </a:lnTo>
                <a:lnTo>
                  <a:pt x="10668" y="313944"/>
                </a:lnTo>
                <a:lnTo>
                  <a:pt x="10668" y="320040"/>
                </a:lnTo>
                <a:close/>
              </a:path>
              <a:path w="1399539" h="325120">
                <a:moveTo>
                  <a:pt x="1388363" y="320040"/>
                </a:moveTo>
                <a:lnTo>
                  <a:pt x="10668" y="320040"/>
                </a:lnTo>
                <a:lnTo>
                  <a:pt x="10668" y="313944"/>
                </a:lnTo>
                <a:lnTo>
                  <a:pt x="1388363" y="313944"/>
                </a:lnTo>
                <a:lnTo>
                  <a:pt x="1388363" y="320040"/>
                </a:lnTo>
                <a:close/>
              </a:path>
              <a:path w="1399539" h="325120">
                <a:moveTo>
                  <a:pt x="1399032" y="320040"/>
                </a:moveTo>
                <a:lnTo>
                  <a:pt x="1388363" y="320040"/>
                </a:lnTo>
                <a:lnTo>
                  <a:pt x="1392936" y="313944"/>
                </a:lnTo>
                <a:lnTo>
                  <a:pt x="1399032" y="313944"/>
                </a:lnTo>
                <a:lnTo>
                  <a:pt x="1399032" y="320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10" y="1084607"/>
            <a:ext cx="3580129" cy="327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1271" y="4143186"/>
            <a:ext cx="84518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b="1">
                <a:latin typeface="Calibri"/>
                <a:cs typeface="Calibri"/>
              </a:rPr>
              <a:t>Baking</a:t>
            </a:r>
            <a:r>
              <a:rPr dirty="0" sz="900" spc="-2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the</a:t>
            </a:r>
            <a:r>
              <a:rPr dirty="0" sz="900" spc="5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board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72740" y="5298948"/>
            <a:ext cx="1251585" cy="553720"/>
            <a:chOff x="2872740" y="5298948"/>
            <a:chExt cx="1251585" cy="553720"/>
          </a:xfrm>
        </p:grpSpPr>
        <p:sp>
          <p:nvSpPr>
            <p:cNvPr id="4" name="object 4"/>
            <p:cNvSpPr/>
            <p:nvPr/>
          </p:nvSpPr>
          <p:spPr>
            <a:xfrm>
              <a:off x="2877311" y="5305044"/>
              <a:ext cx="1242060" cy="542925"/>
            </a:xfrm>
            <a:custGeom>
              <a:avLst/>
              <a:gdLst/>
              <a:ahLst/>
              <a:cxnLst/>
              <a:rect l="l" t="t" r="r" b="b"/>
              <a:pathLst>
                <a:path w="1242060" h="542925">
                  <a:moveTo>
                    <a:pt x="620268" y="542544"/>
                  </a:moveTo>
                  <a:lnTo>
                    <a:pt x="556793" y="541138"/>
                  </a:lnTo>
                  <a:lnTo>
                    <a:pt x="495166" y="537013"/>
                  </a:lnTo>
                  <a:lnTo>
                    <a:pt x="435694" y="530308"/>
                  </a:lnTo>
                  <a:lnTo>
                    <a:pt x="378690" y="521160"/>
                  </a:lnTo>
                  <a:lnTo>
                    <a:pt x="324462" y="509708"/>
                  </a:lnTo>
                  <a:lnTo>
                    <a:pt x="273322" y="496091"/>
                  </a:lnTo>
                  <a:lnTo>
                    <a:pt x="225580" y="480447"/>
                  </a:lnTo>
                  <a:lnTo>
                    <a:pt x="181546" y="462915"/>
                  </a:lnTo>
                  <a:lnTo>
                    <a:pt x="141530" y="443632"/>
                  </a:lnTo>
                  <a:lnTo>
                    <a:pt x="105843" y="422737"/>
                  </a:lnTo>
                  <a:lnTo>
                    <a:pt x="74795" y="400369"/>
                  </a:lnTo>
                  <a:lnTo>
                    <a:pt x="27857" y="351766"/>
                  </a:lnTo>
                  <a:lnTo>
                    <a:pt x="3198" y="298930"/>
                  </a:lnTo>
                  <a:lnTo>
                    <a:pt x="0" y="271272"/>
                  </a:lnTo>
                  <a:lnTo>
                    <a:pt x="3198" y="243361"/>
                  </a:lnTo>
                  <a:lnTo>
                    <a:pt x="27857" y="190211"/>
                  </a:lnTo>
                  <a:lnTo>
                    <a:pt x="74795" y="141499"/>
                  </a:lnTo>
                  <a:lnTo>
                    <a:pt x="105843" y="119136"/>
                  </a:lnTo>
                  <a:lnTo>
                    <a:pt x="141530" y="98279"/>
                  </a:lnTo>
                  <a:lnTo>
                    <a:pt x="181546" y="79057"/>
                  </a:lnTo>
                  <a:lnTo>
                    <a:pt x="225580" y="61604"/>
                  </a:lnTo>
                  <a:lnTo>
                    <a:pt x="273322" y="46050"/>
                  </a:lnTo>
                  <a:lnTo>
                    <a:pt x="324462" y="32528"/>
                  </a:lnTo>
                  <a:lnTo>
                    <a:pt x="378690" y="21169"/>
                  </a:lnTo>
                  <a:lnTo>
                    <a:pt x="435694" y="12105"/>
                  </a:lnTo>
                  <a:lnTo>
                    <a:pt x="495166" y="5467"/>
                  </a:lnTo>
                  <a:lnTo>
                    <a:pt x="556793" y="1388"/>
                  </a:lnTo>
                  <a:lnTo>
                    <a:pt x="620268" y="0"/>
                  </a:lnTo>
                  <a:lnTo>
                    <a:pt x="683759" y="1388"/>
                  </a:lnTo>
                  <a:lnTo>
                    <a:pt x="745435" y="5467"/>
                  </a:lnTo>
                  <a:lnTo>
                    <a:pt x="804981" y="12105"/>
                  </a:lnTo>
                  <a:lnTo>
                    <a:pt x="862083" y="21169"/>
                  </a:lnTo>
                  <a:lnTo>
                    <a:pt x="916426" y="32528"/>
                  </a:lnTo>
                  <a:lnTo>
                    <a:pt x="967695" y="46050"/>
                  </a:lnTo>
                  <a:lnTo>
                    <a:pt x="1015575" y="61604"/>
                  </a:lnTo>
                  <a:lnTo>
                    <a:pt x="1059751" y="79057"/>
                  </a:lnTo>
                  <a:lnTo>
                    <a:pt x="1099909" y="98279"/>
                  </a:lnTo>
                  <a:lnTo>
                    <a:pt x="1135734" y="119136"/>
                  </a:lnTo>
                  <a:lnTo>
                    <a:pt x="1166911" y="141499"/>
                  </a:lnTo>
                  <a:lnTo>
                    <a:pt x="1214062" y="190211"/>
                  </a:lnTo>
                  <a:lnTo>
                    <a:pt x="1238844" y="243361"/>
                  </a:lnTo>
                  <a:lnTo>
                    <a:pt x="1242059" y="271272"/>
                  </a:lnTo>
                  <a:lnTo>
                    <a:pt x="1238844" y="298930"/>
                  </a:lnTo>
                  <a:lnTo>
                    <a:pt x="1214062" y="351766"/>
                  </a:lnTo>
                  <a:lnTo>
                    <a:pt x="1166911" y="400369"/>
                  </a:lnTo>
                  <a:lnTo>
                    <a:pt x="1135734" y="422737"/>
                  </a:lnTo>
                  <a:lnTo>
                    <a:pt x="1099909" y="443632"/>
                  </a:lnTo>
                  <a:lnTo>
                    <a:pt x="1059751" y="462915"/>
                  </a:lnTo>
                  <a:lnTo>
                    <a:pt x="1015575" y="480447"/>
                  </a:lnTo>
                  <a:lnTo>
                    <a:pt x="967695" y="496091"/>
                  </a:lnTo>
                  <a:lnTo>
                    <a:pt x="916426" y="509708"/>
                  </a:lnTo>
                  <a:lnTo>
                    <a:pt x="862083" y="521160"/>
                  </a:lnTo>
                  <a:lnTo>
                    <a:pt x="804981" y="530308"/>
                  </a:lnTo>
                  <a:lnTo>
                    <a:pt x="745435" y="537013"/>
                  </a:lnTo>
                  <a:lnTo>
                    <a:pt x="683759" y="541138"/>
                  </a:lnTo>
                  <a:lnTo>
                    <a:pt x="620268" y="542544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872740" y="5298948"/>
              <a:ext cx="1251585" cy="553720"/>
            </a:xfrm>
            <a:custGeom>
              <a:avLst/>
              <a:gdLst/>
              <a:ahLst/>
              <a:cxnLst/>
              <a:rect l="l" t="t" r="r" b="b"/>
              <a:pathLst>
                <a:path w="1251585" h="553720">
                  <a:moveTo>
                    <a:pt x="656843" y="1523"/>
                  </a:moveTo>
                  <a:lnTo>
                    <a:pt x="592835" y="1523"/>
                  </a:lnTo>
                  <a:lnTo>
                    <a:pt x="624840" y="0"/>
                  </a:lnTo>
                  <a:lnTo>
                    <a:pt x="656843" y="1523"/>
                  </a:lnTo>
                  <a:close/>
                </a:path>
                <a:path w="1251585" h="553720">
                  <a:moveTo>
                    <a:pt x="656843" y="553212"/>
                  </a:moveTo>
                  <a:lnTo>
                    <a:pt x="592835" y="553212"/>
                  </a:lnTo>
                  <a:lnTo>
                    <a:pt x="499871" y="548639"/>
                  </a:lnTo>
                  <a:lnTo>
                    <a:pt x="469392" y="545591"/>
                  </a:lnTo>
                  <a:lnTo>
                    <a:pt x="440435" y="541019"/>
                  </a:lnTo>
                  <a:lnTo>
                    <a:pt x="411479" y="537971"/>
                  </a:lnTo>
                  <a:lnTo>
                    <a:pt x="382524" y="531875"/>
                  </a:lnTo>
                  <a:lnTo>
                    <a:pt x="355092" y="527303"/>
                  </a:lnTo>
                  <a:lnTo>
                    <a:pt x="327659" y="521207"/>
                  </a:lnTo>
                  <a:lnTo>
                    <a:pt x="301751" y="513587"/>
                  </a:lnTo>
                  <a:lnTo>
                    <a:pt x="277367" y="507491"/>
                  </a:lnTo>
                  <a:lnTo>
                    <a:pt x="252983" y="499871"/>
                  </a:lnTo>
                  <a:lnTo>
                    <a:pt x="228600" y="490728"/>
                  </a:lnTo>
                  <a:lnTo>
                    <a:pt x="205740" y="483107"/>
                  </a:lnTo>
                  <a:lnTo>
                    <a:pt x="163067" y="464819"/>
                  </a:lnTo>
                  <a:lnTo>
                    <a:pt x="143256" y="454151"/>
                  </a:lnTo>
                  <a:lnTo>
                    <a:pt x="124967" y="443483"/>
                  </a:lnTo>
                  <a:lnTo>
                    <a:pt x="91440" y="422148"/>
                  </a:lnTo>
                  <a:lnTo>
                    <a:pt x="76200" y="409955"/>
                  </a:lnTo>
                  <a:lnTo>
                    <a:pt x="62483" y="399287"/>
                  </a:lnTo>
                  <a:lnTo>
                    <a:pt x="28956" y="361187"/>
                  </a:lnTo>
                  <a:lnTo>
                    <a:pt x="3048" y="306323"/>
                  </a:lnTo>
                  <a:lnTo>
                    <a:pt x="0" y="292607"/>
                  </a:lnTo>
                  <a:lnTo>
                    <a:pt x="0" y="262128"/>
                  </a:lnTo>
                  <a:lnTo>
                    <a:pt x="6095" y="234696"/>
                  </a:lnTo>
                  <a:lnTo>
                    <a:pt x="12191" y="220980"/>
                  </a:lnTo>
                  <a:lnTo>
                    <a:pt x="27432" y="193548"/>
                  </a:lnTo>
                  <a:lnTo>
                    <a:pt x="38100" y="181355"/>
                  </a:lnTo>
                  <a:lnTo>
                    <a:pt x="48767" y="167639"/>
                  </a:lnTo>
                  <a:lnTo>
                    <a:pt x="76200" y="143255"/>
                  </a:lnTo>
                  <a:lnTo>
                    <a:pt x="91440" y="132587"/>
                  </a:lnTo>
                  <a:lnTo>
                    <a:pt x="108203" y="120396"/>
                  </a:lnTo>
                  <a:lnTo>
                    <a:pt x="124967" y="109728"/>
                  </a:lnTo>
                  <a:lnTo>
                    <a:pt x="143256" y="100583"/>
                  </a:lnTo>
                  <a:lnTo>
                    <a:pt x="163067" y="89916"/>
                  </a:lnTo>
                  <a:lnTo>
                    <a:pt x="205740" y="71628"/>
                  </a:lnTo>
                  <a:lnTo>
                    <a:pt x="301751" y="39623"/>
                  </a:lnTo>
                  <a:lnTo>
                    <a:pt x="382524" y="21335"/>
                  </a:lnTo>
                  <a:lnTo>
                    <a:pt x="440435" y="12191"/>
                  </a:lnTo>
                  <a:lnTo>
                    <a:pt x="530351" y="3048"/>
                  </a:lnTo>
                  <a:lnTo>
                    <a:pt x="560832" y="1523"/>
                  </a:lnTo>
                  <a:lnTo>
                    <a:pt x="688848" y="1523"/>
                  </a:lnTo>
                  <a:lnTo>
                    <a:pt x="720851" y="3048"/>
                  </a:lnTo>
                  <a:lnTo>
                    <a:pt x="795527" y="10667"/>
                  </a:lnTo>
                  <a:lnTo>
                    <a:pt x="592835" y="10667"/>
                  </a:lnTo>
                  <a:lnTo>
                    <a:pt x="531875" y="13716"/>
                  </a:lnTo>
                  <a:lnTo>
                    <a:pt x="441959" y="22859"/>
                  </a:lnTo>
                  <a:lnTo>
                    <a:pt x="384048" y="32003"/>
                  </a:lnTo>
                  <a:lnTo>
                    <a:pt x="358140" y="38100"/>
                  </a:lnTo>
                  <a:lnTo>
                    <a:pt x="330708" y="44196"/>
                  </a:lnTo>
                  <a:lnTo>
                    <a:pt x="304800" y="50291"/>
                  </a:lnTo>
                  <a:lnTo>
                    <a:pt x="280416" y="56387"/>
                  </a:lnTo>
                  <a:lnTo>
                    <a:pt x="256032" y="64007"/>
                  </a:lnTo>
                  <a:lnTo>
                    <a:pt x="231648" y="73151"/>
                  </a:lnTo>
                  <a:lnTo>
                    <a:pt x="210311" y="80771"/>
                  </a:lnTo>
                  <a:lnTo>
                    <a:pt x="167640" y="99059"/>
                  </a:lnTo>
                  <a:lnTo>
                    <a:pt x="149351" y="109728"/>
                  </a:lnTo>
                  <a:lnTo>
                    <a:pt x="131063" y="118871"/>
                  </a:lnTo>
                  <a:lnTo>
                    <a:pt x="97535" y="140207"/>
                  </a:lnTo>
                  <a:lnTo>
                    <a:pt x="45719" y="187451"/>
                  </a:lnTo>
                  <a:lnTo>
                    <a:pt x="21335" y="224028"/>
                  </a:lnTo>
                  <a:lnTo>
                    <a:pt x="10667" y="263651"/>
                  </a:lnTo>
                  <a:lnTo>
                    <a:pt x="9143" y="277367"/>
                  </a:lnTo>
                  <a:lnTo>
                    <a:pt x="10667" y="289559"/>
                  </a:lnTo>
                  <a:lnTo>
                    <a:pt x="12191" y="303275"/>
                  </a:lnTo>
                  <a:lnTo>
                    <a:pt x="16763" y="316991"/>
                  </a:lnTo>
                  <a:lnTo>
                    <a:pt x="21335" y="329183"/>
                  </a:lnTo>
                  <a:lnTo>
                    <a:pt x="28956" y="341375"/>
                  </a:lnTo>
                  <a:lnTo>
                    <a:pt x="36575" y="355091"/>
                  </a:lnTo>
                  <a:lnTo>
                    <a:pt x="45719" y="367283"/>
                  </a:lnTo>
                  <a:lnTo>
                    <a:pt x="56387" y="379475"/>
                  </a:lnTo>
                  <a:lnTo>
                    <a:pt x="68579" y="390144"/>
                  </a:lnTo>
                  <a:lnTo>
                    <a:pt x="82295" y="402335"/>
                  </a:lnTo>
                  <a:lnTo>
                    <a:pt x="112775" y="423671"/>
                  </a:lnTo>
                  <a:lnTo>
                    <a:pt x="149351" y="445007"/>
                  </a:lnTo>
                  <a:lnTo>
                    <a:pt x="188975" y="464819"/>
                  </a:lnTo>
                  <a:lnTo>
                    <a:pt x="210311" y="472439"/>
                  </a:lnTo>
                  <a:lnTo>
                    <a:pt x="231648" y="481583"/>
                  </a:lnTo>
                  <a:lnTo>
                    <a:pt x="256032" y="489203"/>
                  </a:lnTo>
                  <a:lnTo>
                    <a:pt x="278891" y="496823"/>
                  </a:lnTo>
                  <a:lnTo>
                    <a:pt x="304800" y="504444"/>
                  </a:lnTo>
                  <a:lnTo>
                    <a:pt x="356616" y="516635"/>
                  </a:lnTo>
                  <a:lnTo>
                    <a:pt x="441959" y="531875"/>
                  </a:lnTo>
                  <a:lnTo>
                    <a:pt x="501395" y="537971"/>
                  </a:lnTo>
                  <a:lnTo>
                    <a:pt x="531875" y="539496"/>
                  </a:lnTo>
                  <a:lnTo>
                    <a:pt x="562356" y="542544"/>
                  </a:lnTo>
                  <a:lnTo>
                    <a:pt x="800605" y="542544"/>
                  </a:lnTo>
                  <a:lnTo>
                    <a:pt x="780287" y="545591"/>
                  </a:lnTo>
                  <a:lnTo>
                    <a:pt x="751332" y="548639"/>
                  </a:lnTo>
                  <a:lnTo>
                    <a:pt x="656843" y="553212"/>
                  </a:lnTo>
                  <a:close/>
                </a:path>
                <a:path w="1251585" h="553720">
                  <a:moveTo>
                    <a:pt x="800605" y="542544"/>
                  </a:moveTo>
                  <a:lnTo>
                    <a:pt x="688848" y="542544"/>
                  </a:lnTo>
                  <a:lnTo>
                    <a:pt x="719327" y="539496"/>
                  </a:lnTo>
                  <a:lnTo>
                    <a:pt x="749808" y="537971"/>
                  </a:lnTo>
                  <a:lnTo>
                    <a:pt x="809243" y="531875"/>
                  </a:lnTo>
                  <a:lnTo>
                    <a:pt x="865632" y="522732"/>
                  </a:lnTo>
                  <a:lnTo>
                    <a:pt x="920495" y="510539"/>
                  </a:lnTo>
                  <a:lnTo>
                    <a:pt x="995171" y="489203"/>
                  </a:lnTo>
                  <a:lnTo>
                    <a:pt x="1040892" y="473964"/>
                  </a:lnTo>
                  <a:lnTo>
                    <a:pt x="1082040" y="454151"/>
                  </a:lnTo>
                  <a:lnTo>
                    <a:pt x="1101851" y="445007"/>
                  </a:lnTo>
                  <a:lnTo>
                    <a:pt x="1120140" y="434339"/>
                  </a:lnTo>
                  <a:lnTo>
                    <a:pt x="1136903" y="425196"/>
                  </a:lnTo>
                  <a:lnTo>
                    <a:pt x="1153667" y="413003"/>
                  </a:lnTo>
                  <a:lnTo>
                    <a:pt x="1193292" y="379475"/>
                  </a:lnTo>
                  <a:lnTo>
                    <a:pt x="1222248" y="342900"/>
                  </a:lnTo>
                  <a:lnTo>
                    <a:pt x="1228343" y="329183"/>
                  </a:lnTo>
                  <a:lnTo>
                    <a:pt x="1234440" y="316991"/>
                  </a:lnTo>
                  <a:lnTo>
                    <a:pt x="1237487" y="303275"/>
                  </a:lnTo>
                  <a:lnTo>
                    <a:pt x="1240535" y="291083"/>
                  </a:lnTo>
                  <a:lnTo>
                    <a:pt x="1240535" y="263651"/>
                  </a:lnTo>
                  <a:lnTo>
                    <a:pt x="1237487" y="251459"/>
                  </a:lnTo>
                  <a:lnTo>
                    <a:pt x="1234440" y="237744"/>
                  </a:lnTo>
                  <a:lnTo>
                    <a:pt x="1228343" y="225551"/>
                  </a:lnTo>
                  <a:lnTo>
                    <a:pt x="1193292" y="175259"/>
                  </a:lnTo>
                  <a:lnTo>
                    <a:pt x="1167384" y="152400"/>
                  </a:lnTo>
                  <a:lnTo>
                    <a:pt x="1153667" y="140207"/>
                  </a:lnTo>
                  <a:lnTo>
                    <a:pt x="1120140" y="118871"/>
                  </a:lnTo>
                  <a:lnTo>
                    <a:pt x="1101851" y="109728"/>
                  </a:lnTo>
                  <a:lnTo>
                    <a:pt x="1082040" y="99059"/>
                  </a:lnTo>
                  <a:lnTo>
                    <a:pt x="1062227" y="89916"/>
                  </a:lnTo>
                  <a:lnTo>
                    <a:pt x="1040892" y="80771"/>
                  </a:lnTo>
                  <a:lnTo>
                    <a:pt x="1018032" y="73151"/>
                  </a:lnTo>
                  <a:lnTo>
                    <a:pt x="995171" y="64007"/>
                  </a:lnTo>
                  <a:lnTo>
                    <a:pt x="946403" y="50291"/>
                  </a:lnTo>
                  <a:lnTo>
                    <a:pt x="865632" y="32003"/>
                  </a:lnTo>
                  <a:lnTo>
                    <a:pt x="809243" y="22859"/>
                  </a:lnTo>
                  <a:lnTo>
                    <a:pt x="719327" y="13716"/>
                  </a:lnTo>
                  <a:lnTo>
                    <a:pt x="656843" y="10667"/>
                  </a:lnTo>
                  <a:lnTo>
                    <a:pt x="795527" y="10667"/>
                  </a:lnTo>
                  <a:lnTo>
                    <a:pt x="867156" y="21335"/>
                  </a:lnTo>
                  <a:lnTo>
                    <a:pt x="947927" y="39623"/>
                  </a:lnTo>
                  <a:lnTo>
                    <a:pt x="1022603" y="62483"/>
                  </a:lnTo>
                  <a:lnTo>
                    <a:pt x="1043940" y="71628"/>
                  </a:lnTo>
                  <a:lnTo>
                    <a:pt x="1066800" y="80771"/>
                  </a:lnTo>
                  <a:lnTo>
                    <a:pt x="1106424" y="99059"/>
                  </a:lnTo>
                  <a:lnTo>
                    <a:pt x="1143000" y="120396"/>
                  </a:lnTo>
                  <a:lnTo>
                    <a:pt x="1159763" y="132587"/>
                  </a:lnTo>
                  <a:lnTo>
                    <a:pt x="1175003" y="143255"/>
                  </a:lnTo>
                  <a:lnTo>
                    <a:pt x="1211579" y="179832"/>
                  </a:lnTo>
                  <a:lnTo>
                    <a:pt x="1243584" y="233171"/>
                  </a:lnTo>
                  <a:lnTo>
                    <a:pt x="1251203" y="277367"/>
                  </a:lnTo>
                  <a:lnTo>
                    <a:pt x="1251203" y="291083"/>
                  </a:lnTo>
                  <a:lnTo>
                    <a:pt x="1239011" y="333755"/>
                  </a:lnTo>
                  <a:lnTo>
                    <a:pt x="1213103" y="373380"/>
                  </a:lnTo>
                  <a:lnTo>
                    <a:pt x="1200911" y="385571"/>
                  </a:lnTo>
                  <a:lnTo>
                    <a:pt x="1188719" y="399287"/>
                  </a:lnTo>
                  <a:lnTo>
                    <a:pt x="1175003" y="409955"/>
                  </a:lnTo>
                  <a:lnTo>
                    <a:pt x="1159763" y="422148"/>
                  </a:lnTo>
                  <a:lnTo>
                    <a:pt x="1143000" y="432816"/>
                  </a:lnTo>
                  <a:lnTo>
                    <a:pt x="1106424" y="454151"/>
                  </a:lnTo>
                  <a:lnTo>
                    <a:pt x="1066800" y="473964"/>
                  </a:lnTo>
                  <a:lnTo>
                    <a:pt x="1022603" y="490728"/>
                  </a:lnTo>
                  <a:lnTo>
                    <a:pt x="998219" y="499871"/>
                  </a:lnTo>
                  <a:lnTo>
                    <a:pt x="973835" y="507491"/>
                  </a:lnTo>
                  <a:lnTo>
                    <a:pt x="947927" y="513587"/>
                  </a:lnTo>
                  <a:lnTo>
                    <a:pt x="922019" y="521207"/>
                  </a:lnTo>
                  <a:lnTo>
                    <a:pt x="896111" y="527303"/>
                  </a:lnTo>
                  <a:lnTo>
                    <a:pt x="867156" y="531875"/>
                  </a:lnTo>
                  <a:lnTo>
                    <a:pt x="839724" y="537971"/>
                  </a:lnTo>
                  <a:lnTo>
                    <a:pt x="810767" y="541019"/>
                  </a:lnTo>
                  <a:lnTo>
                    <a:pt x="800605" y="542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190694" y="5347152"/>
            <a:ext cx="612775" cy="440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>
              <a:lnSpc>
                <a:spcPct val="100499"/>
              </a:lnSpc>
              <a:spcBef>
                <a:spcPts val="105"/>
              </a:spcBef>
            </a:pPr>
            <a:r>
              <a:rPr dirty="0" sz="900" b="1">
                <a:latin typeface="Calibri"/>
                <a:cs typeface="Calibri"/>
              </a:rPr>
              <a:t>Close</a:t>
            </a:r>
            <a:r>
              <a:rPr dirty="0" sz="900" spc="-10" b="1">
                <a:latin typeface="Calibri"/>
                <a:cs typeface="Calibri"/>
              </a:rPr>
              <a:t> return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boards</a:t>
            </a:r>
            <a:r>
              <a:rPr dirty="0" sz="900" spc="-45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to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product</a:t>
            </a:r>
            <a:r>
              <a:rPr dirty="0" sz="900" spc="-40" b="1">
                <a:latin typeface="Calibri"/>
                <a:cs typeface="Calibri"/>
              </a:rPr>
              <a:t> </a:t>
            </a:r>
            <a:r>
              <a:rPr dirty="0" sz="900" spc="-20" b="1">
                <a:latin typeface="Calibri"/>
                <a:cs typeface="Calibri"/>
              </a:rPr>
              <a:t>line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528" y="1072895"/>
            <a:ext cx="3744595" cy="3002280"/>
            <a:chOff x="33528" y="1072895"/>
            <a:chExt cx="3744595" cy="3002280"/>
          </a:xfrm>
        </p:grpSpPr>
        <p:sp>
          <p:nvSpPr>
            <p:cNvPr id="8" name="object 8"/>
            <p:cNvSpPr/>
            <p:nvPr/>
          </p:nvSpPr>
          <p:spPr>
            <a:xfrm>
              <a:off x="1013459" y="3761232"/>
              <a:ext cx="62865" cy="314325"/>
            </a:xfrm>
            <a:custGeom>
              <a:avLst/>
              <a:gdLst/>
              <a:ahLst/>
              <a:cxnLst/>
              <a:rect l="l" t="t" r="r" b="b"/>
              <a:pathLst>
                <a:path w="62865" h="314325">
                  <a:moveTo>
                    <a:pt x="36576" y="262128"/>
                  </a:moveTo>
                  <a:lnTo>
                    <a:pt x="25908" y="262128"/>
                  </a:lnTo>
                  <a:lnTo>
                    <a:pt x="25908" y="0"/>
                  </a:lnTo>
                  <a:lnTo>
                    <a:pt x="36576" y="0"/>
                  </a:lnTo>
                  <a:lnTo>
                    <a:pt x="36576" y="262128"/>
                  </a:lnTo>
                  <a:close/>
                </a:path>
                <a:path w="62865" h="314325">
                  <a:moveTo>
                    <a:pt x="32004" y="313943"/>
                  </a:moveTo>
                  <a:lnTo>
                    <a:pt x="0" y="251460"/>
                  </a:lnTo>
                  <a:lnTo>
                    <a:pt x="25908" y="251460"/>
                  </a:lnTo>
                  <a:lnTo>
                    <a:pt x="25908" y="262128"/>
                  </a:lnTo>
                  <a:lnTo>
                    <a:pt x="57280" y="262128"/>
                  </a:lnTo>
                  <a:lnTo>
                    <a:pt x="32004" y="313943"/>
                  </a:lnTo>
                  <a:close/>
                </a:path>
                <a:path w="62865" h="314325">
                  <a:moveTo>
                    <a:pt x="57280" y="262128"/>
                  </a:moveTo>
                  <a:lnTo>
                    <a:pt x="36576" y="262128"/>
                  </a:lnTo>
                  <a:lnTo>
                    <a:pt x="36576" y="251460"/>
                  </a:lnTo>
                  <a:lnTo>
                    <a:pt x="62484" y="251460"/>
                  </a:lnTo>
                  <a:lnTo>
                    <a:pt x="57280" y="26212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1459" y="2252472"/>
              <a:ext cx="1607820" cy="428625"/>
            </a:xfrm>
            <a:custGeom>
              <a:avLst/>
              <a:gdLst/>
              <a:ahLst/>
              <a:cxnLst/>
              <a:rect l="l" t="t" r="r" b="b"/>
              <a:pathLst>
                <a:path w="1607820" h="428625">
                  <a:moveTo>
                    <a:pt x="804672" y="428243"/>
                  </a:moveTo>
                  <a:lnTo>
                    <a:pt x="731341" y="427367"/>
                  </a:lnTo>
                  <a:lnTo>
                    <a:pt x="659873" y="424790"/>
                  </a:lnTo>
                  <a:lnTo>
                    <a:pt x="590550" y="420588"/>
                  </a:lnTo>
                  <a:lnTo>
                    <a:pt x="523653" y="414839"/>
                  </a:lnTo>
                  <a:lnTo>
                    <a:pt x="459467" y="407619"/>
                  </a:lnTo>
                  <a:lnTo>
                    <a:pt x="398272" y="399005"/>
                  </a:lnTo>
                  <a:lnTo>
                    <a:pt x="340350" y="389074"/>
                  </a:lnTo>
                  <a:lnTo>
                    <a:pt x="285985" y="377903"/>
                  </a:lnTo>
                  <a:lnTo>
                    <a:pt x="235457" y="365569"/>
                  </a:lnTo>
                  <a:lnTo>
                    <a:pt x="189051" y="352148"/>
                  </a:lnTo>
                  <a:lnTo>
                    <a:pt x="147047" y="337717"/>
                  </a:lnTo>
                  <a:lnTo>
                    <a:pt x="109727" y="322354"/>
                  </a:lnTo>
                  <a:lnTo>
                    <a:pt x="50273" y="289135"/>
                  </a:lnTo>
                  <a:lnTo>
                    <a:pt x="12944" y="253107"/>
                  </a:lnTo>
                  <a:lnTo>
                    <a:pt x="0" y="214883"/>
                  </a:lnTo>
                  <a:lnTo>
                    <a:pt x="3283" y="195296"/>
                  </a:lnTo>
                  <a:lnTo>
                    <a:pt x="28701" y="157691"/>
                  </a:lnTo>
                  <a:lnTo>
                    <a:pt x="77375" y="122683"/>
                  </a:lnTo>
                  <a:lnTo>
                    <a:pt x="147047" y="90873"/>
                  </a:lnTo>
                  <a:lnTo>
                    <a:pt x="189051" y="76356"/>
                  </a:lnTo>
                  <a:lnTo>
                    <a:pt x="235457" y="62864"/>
                  </a:lnTo>
                  <a:lnTo>
                    <a:pt x="285985" y="50473"/>
                  </a:lnTo>
                  <a:lnTo>
                    <a:pt x="340350" y="39258"/>
                  </a:lnTo>
                  <a:lnTo>
                    <a:pt x="398272" y="29294"/>
                  </a:lnTo>
                  <a:lnTo>
                    <a:pt x="459467" y="20657"/>
                  </a:lnTo>
                  <a:lnTo>
                    <a:pt x="523653" y="13421"/>
                  </a:lnTo>
                  <a:lnTo>
                    <a:pt x="590550" y="7662"/>
                  </a:lnTo>
                  <a:lnTo>
                    <a:pt x="659873" y="3455"/>
                  </a:lnTo>
                  <a:lnTo>
                    <a:pt x="731341" y="876"/>
                  </a:lnTo>
                  <a:lnTo>
                    <a:pt x="804672" y="0"/>
                  </a:lnTo>
                  <a:lnTo>
                    <a:pt x="877762" y="876"/>
                  </a:lnTo>
                  <a:lnTo>
                    <a:pt x="949017" y="3455"/>
                  </a:lnTo>
                  <a:lnTo>
                    <a:pt x="1018151" y="7662"/>
                  </a:lnTo>
                  <a:lnTo>
                    <a:pt x="1084883" y="13421"/>
                  </a:lnTo>
                  <a:lnTo>
                    <a:pt x="1148926" y="20657"/>
                  </a:lnTo>
                  <a:lnTo>
                    <a:pt x="1209999" y="29294"/>
                  </a:lnTo>
                  <a:lnTo>
                    <a:pt x="1267817" y="39258"/>
                  </a:lnTo>
                  <a:lnTo>
                    <a:pt x="1322096" y="50473"/>
                  </a:lnTo>
                  <a:lnTo>
                    <a:pt x="1372552" y="62864"/>
                  </a:lnTo>
                  <a:lnTo>
                    <a:pt x="1418902" y="76356"/>
                  </a:lnTo>
                  <a:lnTo>
                    <a:pt x="1460862" y="90873"/>
                  </a:lnTo>
                  <a:lnTo>
                    <a:pt x="1498148" y="106341"/>
                  </a:lnTo>
                  <a:lnTo>
                    <a:pt x="1557563" y="139825"/>
                  </a:lnTo>
                  <a:lnTo>
                    <a:pt x="1594877" y="176207"/>
                  </a:lnTo>
                  <a:lnTo>
                    <a:pt x="1607820" y="214883"/>
                  </a:lnTo>
                  <a:lnTo>
                    <a:pt x="1604537" y="234231"/>
                  </a:lnTo>
                  <a:lnTo>
                    <a:pt x="1579125" y="271434"/>
                  </a:lnTo>
                  <a:lnTo>
                    <a:pt x="1530476" y="306134"/>
                  </a:lnTo>
                  <a:lnTo>
                    <a:pt x="1460862" y="337717"/>
                  </a:lnTo>
                  <a:lnTo>
                    <a:pt x="1418902" y="352148"/>
                  </a:lnTo>
                  <a:lnTo>
                    <a:pt x="1372552" y="365569"/>
                  </a:lnTo>
                  <a:lnTo>
                    <a:pt x="1322096" y="377903"/>
                  </a:lnTo>
                  <a:lnTo>
                    <a:pt x="1267817" y="389074"/>
                  </a:lnTo>
                  <a:lnTo>
                    <a:pt x="1209999" y="399005"/>
                  </a:lnTo>
                  <a:lnTo>
                    <a:pt x="1148926" y="407619"/>
                  </a:lnTo>
                  <a:lnTo>
                    <a:pt x="1084883" y="414839"/>
                  </a:lnTo>
                  <a:lnTo>
                    <a:pt x="1018151" y="420588"/>
                  </a:lnTo>
                  <a:lnTo>
                    <a:pt x="949017" y="424790"/>
                  </a:lnTo>
                  <a:lnTo>
                    <a:pt x="877762" y="427367"/>
                  </a:lnTo>
                  <a:lnTo>
                    <a:pt x="804672" y="428243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6888" y="2247900"/>
              <a:ext cx="1617345" cy="439420"/>
            </a:xfrm>
            <a:custGeom>
              <a:avLst/>
              <a:gdLst/>
              <a:ahLst/>
              <a:cxnLst/>
              <a:rect l="l" t="t" r="r" b="b"/>
              <a:pathLst>
                <a:path w="1617345" h="439419">
                  <a:moveTo>
                    <a:pt x="891539" y="1524"/>
                  </a:moveTo>
                  <a:lnTo>
                    <a:pt x="726948" y="1524"/>
                  </a:lnTo>
                  <a:lnTo>
                    <a:pt x="766572" y="0"/>
                  </a:lnTo>
                  <a:lnTo>
                    <a:pt x="850391" y="0"/>
                  </a:lnTo>
                  <a:lnTo>
                    <a:pt x="891539" y="1524"/>
                  </a:lnTo>
                  <a:close/>
                </a:path>
                <a:path w="1617345" h="439419">
                  <a:moveTo>
                    <a:pt x="850391" y="438911"/>
                  </a:moveTo>
                  <a:lnTo>
                    <a:pt x="766572" y="438911"/>
                  </a:lnTo>
                  <a:lnTo>
                    <a:pt x="646176" y="434340"/>
                  </a:lnTo>
                  <a:lnTo>
                    <a:pt x="608076" y="431292"/>
                  </a:lnTo>
                  <a:lnTo>
                    <a:pt x="569976" y="429767"/>
                  </a:lnTo>
                  <a:lnTo>
                    <a:pt x="531876" y="425196"/>
                  </a:lnTo>
                  <a:lnTo>
                    <a:pt x="495299" y="422148"/>
                  </a:lnTo>
                  <a:lnTo>
                    <a:pt x="425195" y="413003"/>
                  </a:lnTo>
                  <a:lnTo>
                    <a:pt x="391668" y="406908"/>
                  </a:lnTo>
                  <a:lnTo>
                    <a:pt x="358140" y="402335"/>
                  </a:lnTo>
                  <a:lnTo>
                    <a:pt x="297179" y="390143"/>
                  </a:lnTo>
                  <a:lnTo>
                    <a:pt x="266699" y="382524"/>
                  </a:lnTo>
                  <a:lnTo>
                    <a:pt x="239268" y="376427"/>
                  </a:lnTo>
                  <a:lnTo>
                    <a:pt x="211836" y="368808"/>
                  </a:lnTo>
                  <a:lnTo>
                    <a:pt x="187451" y="361188"/>
                  </a:lnTo>
                  <a:lnTo>
                    <a:pt x="163068" y="352043"/>
                  </a:lnTo>
                  <a:lnTo>
                    <a:pt x="140207" y="344424"/>
                  </a:lnTo>
                  <a:lnTo>
                    <a:pt x="82296" y="316991"/>
                  </a:lnTo>
                  <a:lnTo>
                    <a:pt x="38100" y="286511"/>
                  </a:lnTo>
                  <a:lnTo>
                    <a:pt x="10668" y="254508"/>
                  </a:lnTo>
                  <a:lnTo>
                    <a:pt x="9143" y="254508"/>
                  </a:lnTo>
                  <a:lnTo>
                    <a:pt x="4572" y="243840"/>
                  </a:lnTo>
                  <a:lnTo>
                    <a:pt x="4572" y="242316"/>
                  </a:lnTo>
                  <a:lnTo>
                    <a:pt x="1524" y="231648"/>
                  </a:lnTo>
                  <a:lnTo>
                    <a:pt x="1524" y="230124"/>
                  </a:lnTo>
                  <a:lnTo>
                    <a:pt x="0" y="219456"/>
                  </a:lnTo>
                  <a:lnTo>
                    <a:pt x="1524" y="207264"/>
                  </a:lnTo>
                  <a:lnTo>
                    <a:pt x="4572" y="196596"/>
                  </a:lnTo>
                  <a:lnTo>
                    <a:pt x="4572" y="195072"/>
                  </a:lnTo>
                  <a:lnTo>
                    <a:pt x="9143" y="184404"/>
                  </a:lnTo>
                  <a:lnTo>
                    <a:pt x="10668" y="184404"/>
                  </a:lnTo>
                  <a:lnTo>
                    <a:pt x="10668" y="182879"/>
                  </a:lnTo>
                  <a:lnTo>
                    <a:pt x="16764" y="173736"/>
                  </a:lnTo>
                  <a:lnTo>
                    <a:pt x="27431" y="161544"/>
                  </a:lnTo>
                  <a:lnTo>
                    <a:pt x="38100" y="152400"/>
                  </a:lnTo>
                  <a:lnTo>
                    <a:pt x="50292" y="141732"/>
                  </a:lnTo>
                  <a:lnTo>
                    <a:pt x="118872" y="103632"/>
                  </a:lnTo>
                  <a:lnTo>
                    <a:pt x="163068" y="85344"/>
                  </a:lnTo>
                  <a:lnTo>
                    <a:pt x="211836" y="70104"/>
                  </a:lnTo>
                  <a:lnTo>
                    <a:pt x="266699" y="54863"/>
                  </a:lnTo>
                  <a:lnTo>
                    <a:pt x="358140" y="36575"/>
                  </a:lnTo>
                  <a:lnTo>
                    <a:pt x="531876" y="12191"/>
                  </a:lnTo>
                  <a:lnTo>
                    <a:pt x="608076" y="6095"/>
                  </a:lnTo>
                  <a:lnTo>
                    <a:pt x="646176" y="4571"/>
                  </a:lnTo>
                  <a:lnTo>
                    <a:pt x="685800" y="1524"/>
                  </a:lnTo>
                  <a:lnTo>
                    <a:pt x="931164" y="1524"/>
                  </a:lnTo>
                  <a:lnTo>
                    <a:pt x="970787" y="4571"/>
                  </a:lnTo>
                  <a:lnTo>
                    <a:pt x="1008887" y="6095"/>
                  </a:lnTo>
                  <a:lnTo>
                    <a:pt x="1066799" y="10667"/>
                  </a:lnTo>
                  <a:lnTo>
                    <a:pt x="726948" y="10667"/>
                  </a:lnTo>
                  <a:lnTo>
                    <a:pt x="687324" y="12191"/>
                  </a:lnTo>
                  <a:lnTo>
                    <a:pt x="647700" y="15240"/>
                  </a:lnTo>
                  <a:lnTo>
                    <a:pt x="608076" y="16763"/>
                  </a:lnTo>
                  <a:lnTo>
                    <a:pt x="533399" y="22859"/>
                  </a:lnTo>
                  <a:lnTo>
                    <a:pt x="496824" y="27432"/>
                  </a:lnTo>
                  <a:lnTo>
                    <a:pt x="461772" y="30479"/>
                  </a:lnTo>
                  <a:lnTo>
                    <a:pt x="426720" y="36575"/>
                  </a:lnTo>
                  <a:lnTo>
                    <a:pt x="359664" y="47244"/>
                  </a:lnTo>
                  <a:lnTo>
                    <a:pt x="298703" y="59436"/>
                  </a:lnTo>
                  <a:lnTo>
                    <a:pt x="214884" y="80771"/>
                  </a:lnTo>
                  <a:lnTo>
                    <a:pt x="166116" y="96012"/>
                  </a:lnTo>
                  <a:lnTo>
                    <a:pt x="123444" y="112775"/>
                  </a:lnTo>
                  <a:lnTo>
                    <a:pt x="86868" y="131063"/>
                  </a:lnTo>
                  <a:lnTo>
                    <a:pt x="45719" y="160020"/>
                  </a:lnTo>
                  <a:lnTo>
                    <a:pt x="35052" y="169163"/>
                  </a:lnTo>
                  <a:lnTo>
                    <a:pt x="25907" y="178308"/>
                  </a:lnTo>
                  <a:lnTo>
                    <a:pt x="18288" y="188975"/>
                  </a:lnTo>
                  <a:lnTo>
                    <a:pt x="19812" y="188975"/>
                  </a:lnTo>
                  <a:lnTo>
                    <a:pt x="13716" y="199643"/>
                  </a:lnTo>
                  <a:lnTo>
                    <a:pt x="14668" y="199643"/>
                  </a:lnTo>
                  <a:lnTo>
                    <a:pt x="10668" y="210311"/>
                  </a:lnTo>
                  <a:lnTo>
                    <a:pt x="11974" y="210311"/>
                  </a:lnTo>
                  <a:lnTo>
                    <a:pt x="10668" y="219456"/>
                  </a:lnTo>
                  <a:lnTo>
                    <a:pt x="11974" y="228600"/>
                  </a:lnTo>
                  <a:lnTo>
                    <a:pt x="10668" y="228600"/>
                  </a:lnTo>
                  <a:lnTo>
                    <a:pt x="15240" y="239267"/>
                  </a:lnTo>
                  <a:lnTo>
                    <a:pt x="13716" y="239267"/>
                  </a:lnTo>
                  <a:lnTo>
                    <a:pt x="18941" y="248411"/>
                  </a:lnTo>
                  <a:lnTo>
                    <a:pt x="18288" y="248411"/>
                  </a:lnTo>
                  <a:lnTo>
                    <a:pt x="25907" y="259080"/>
                  </a:lnTo>
                  <a:lnTo>
                    <a:pt x="56388" y="288035"/>
                  </a:lnTo>
                  <a:lnTo>
                    <a:pt x="123444" y="326135"/>
                  </a:lnTo>
                  <a:lnTo>
                    <a:pt x="144779" y="333756"/>
                  </a:lnTo>
                  <a:lnTo>
                    <a:pt x="166116" y="342900"/>
                  </a:lnTo>
                  <a:lnTo>
                    <a:pt x="214884" y="358140"/>
                  </a:lnTo>
                  <a:lnTo>
                    <a:pt x="269748" y="373380"/>
                  </a:lnTo>
                  <a:lnTo>
                    <a:pt x="359664" y="391667"/>
                  </a:lnTo>
                  <a:lnTo>
                    <a:pt x="460247" y="406908"/>
                  </a:lnTo>
                  <a:lnTo>
                    <a:pt x="533399" y="416051"/>
                  </a:lnTo>
                  <a:lnTo>
                    <a:pt x="608076" y="422148"/>
                  </a:lnTo>
                  <a:lnTo>
                    <a:pt x="766572" y="428243"/>
                  </a:lnTo>
                  <a:lnTo>
                    <a:pt x="1060704" y="428243"/>
                  </a:lnTo>
                  <a:lnTo>
                    <a:pt x="1048512" y="429767"/>
                  </a:lnTo>
                  <a:lnTo>
                    <a:pt x="1010412" y="431292"/>
                  </a:lnTo>
                  <a:lnTo>
                    <a:pt x="970787" y="434340"/>
                  </a:lnTo>
                  <a:lnTo>
                    <a:pt x="850391" y="438911"/>
                  </a:lnTo>
                  <a:close/>
                </a:path>
                <a:path w="1617345" h="439419">
                  <a:moveTo>
                    <a:pt x="1603248" y="199643"/>
                  </a:moveTo>
                  <a:lnTo>
                    <a:pt x="1597152" y="188975"/>
                  </a:lnTo>
                  <a:lnTo>
                    <a:pt x="1598676" y="188975"/>
                  </a:lnTo>
                  <a:lnTo>
                    <a:pt x="1591056" y="179832"/>
                  </a:lnTo>
                  <a:lnTo>
                    <a:pt x="1583436" y="169163"/>
                  </a:lnTo>
                  <a:lnTo>
                    <a:pt x="1572767" y="160020"/>
                  </a:lnTo>
                  <a:lnTo>
                    <a:pt x="1560575" y="149351"/>
                  </a:lnTo>
                  <a:lnTo>
                    <a:pt x="1513332" y="121920"/>
                  </a:lnTo>
                  <a:lnTo>
                    <a:pt x="1472184" y="103632"/>
                  </a:lnTo>
                  <a:lnTo>
                    <a:pt x="1402079" y="80771"/>
                  </a:lnTo>
                  <a:lnTo>
                    <a:pt x="1347216" y="65532"/>
                  </a:lnTo>
                  <a:lnTo>
                    <a:pt x="1257300" y="47244"/>
                  </a:lnTo>
                  <a:lnTo>
                    <a:pt x="1156716" y="32004"/>
                  </a:lnTo>
                  <a:lnTo>
                    <a:pt x="1083563" y="22859"/>
                  </a:lnTo>
                  <a:lnTo>
                    <a:pt x="1008887" y="16763"/>
                  </a:lnTo>
                  <a:lnTo>
                    <a:pt x="970787" y="15240"/>
                  </a:lnTo>
                  <a:lnTo>
                    <a:pt x="931164" y="12191"/>
                  </a:lnTo>
                  <a:lnTo>
                    <a:pt x="890016" y="10667"/>
                  </a:lnTo>
                  <a:lnTo>
                    <a:pt x="1066799" y="10667"/>
                  </a:lnTo>
                  <a:lnTo>
                    <a:pt x="1158240" y="21336"/>
                  </a:lnTo>
                  <a:lnTo>
                    <a:pt x="1225296" y="30479"/>
                  </a:lnTo>
                  <a:lnTo>
                    <a:pt x="1290828" y="42671"/>
                  </a:lnTo>
                  <a:lnTo>
                    <a:pt x="1350263" y="54863"/>
                  </a:lnTo>
                  <a:lnTo>
                    <a:pt x="1405128" y="70104"/>
                  </a:lnTo>
                  <a:lnTo>
                    <a:pt x="1453896" y="85344"/>
                  </a:lnTo>
                  <a:lnTo>
                    <a:pt x="1498092" y="103632"/>
                  </a:lnTo>
                  <a:lnTo>
                    <a:pt x="1534667" y="121920"/>
                  </a:lnTo>
                  <a:lnTo>
                    <a:pt x="1578863" y="150875"/>
                  </a:lnTo>
                  <a:lnTo>
                    <a:pt x="1606296" y="184404"/>
                  </a:lnTo>
                  <a:lnTo>
                    <a:pt x="1607820" y="184404"/>
                  </a:lnTo>
                  <a:lnTo>
                    <a:pt x="1612392" y="195072"/>
                  </a:lnTo>
                  <a:lnTo>
                    <a:pt x="1612392" y="196596"/>
                  </a:lnTo>
                  <a:lnTo>
                    <a:pt x="1612827" y="198119"/>
                  </a:lnTo>
                  <a:lnTo>
                    <a:pt x="1603248" y="198119"/>
                  </a:lnTo>
                  <a:lnTo>
                    <a:pt x="1603248" y="199643"/>
                  </a:lnTo>
                  <a:close/>
                </a:path>
                <a:path w="1617345" h="439419">
                  <a:moveTo>
                    <a:pt x="14668" y="199643"/>
                  </a:moveTo>
                  <a:lnTo>
                    <a:pt x="13716" y="199643"/>
                  </a:lnTo>
                  <a:lnTo>
                    <a:pt x="15240" y="198119"/>
                  </a:lnTo>
                  <a:lnTo>
                    <a:pt x="14668" y="199643"/>
                  </a:lnTo>
                  <a:close/>
                </a:path>
                <a:path w="1617345" h="439419">
                  <a:moveTo>
                    <a:pt x="1606296" y="210311"/>
                  </a:moveTo>
                  <a:lnTo>
                    <a:pt x="1603248" y="198119"/>
                  </a:lnTo>
                  <a:lnTo>
                    <a:pt x="1612827" y="198119"/>
                  </a:lnTo>
                  <a:lnTo>
                    <a:pt x="1615440" y="207264"/>
                  </a:lnTo>
                  <a:lnTo>
                    <a:pt x="1615630" y="208788"/>
                  </a:lnTo>
                  <a:lnTo>
                    <a:pt x="1606296" y="208788"/>
                  </a:lnTo>
                  <a:lnTo>
                    <a:pt x="1606296" y="210311"/>
                  </a:lnTo>
                  <a:close/>
                </a:path>
                <a:path w="1617345" h="439419">
                  <a:moveTo>
                    <a:pt x="11974" y="210311"/>
                  </a:moveTo>
                  <a:lnTo>
                    <a:pt x="10668" y="210311"/>
                  </a:lnTo>
                  <a:lnTo>
                    <a:pt x="12192" y="208788"/>
                  </a:lnTo>
                  <a:lnTo>
                    <a:pt x="11974" y="210311"/>
                  </a:lnTo>
                  <a:close/>
                </a:path>
                <a:path w="1617345" h="439419">
                  <a:moveTo>
                    <a:pt x="1615440" y="230124"/>
                  </a:moveTo>
                  <a:lnTo>
                    <a:pt x="1606296" y="230124"/>
                  </a:lnTo>
                  <a:lnTo>
                    <a:pt x="1606296" y="208788"/>
                  </a:lnTo>
                  <a:lnTo>
                    <a:pt x="1615630" y="208788"/>
                  </a:lnTo>
                  <a:lnTo>
                    <a:pt x="1616963" y="219456"/>
                  </a:lnTo>
                  <a:lnTo>
                    <a:pt x="1615440" y="230124"/>
                  </a:lnTo>
                  <a:close/>
                </a:path>
                <a:path w="1617345" h="439419">
                  <a:moveTo>
                    <a:pt x="12192" y="230124"/>
                  </a:moveTo>
                  <a:lnTo>
                    <a:pt x="10668" y="228600"/>
                  </a:lnTo>
                  <a:lnTo>
                    <a:pt x="11974" y="228600"/>
                  </a:lnTo>
                  <a:lnTo>
                    <a:pt x="12192" y="230124"/>
                  </a:lnTo>
                  <a:close/>
                </a:path>
                <a:path w="1617345" h="439419">
                  <a:moveTo>
                    <a:pt x="1597152" y="249935"/>
                  </a:moveTo>
                  <a:lnTo>
                    <a:pt x="1603248" y="239267"/>
                  </a:lnTo>
                  <a:lnTo>
                    <a:pt x="1606296" y="228600"/>
                  </a:lnTo>
                  <a:lnTo>
                    <a:pt x="1606296" y="230124"/>
                  </a:lnTo>
                  <a:lnTo>
                    <a:pt x="1615440" y="230124"/>
                  </a:lnTo>
                  <a:lnTo>
                    <a:pt x="1615440" y="231648"/>
                  </a:lnTo>
                  <a:lnTo>
                    <a:pt x="1612392" y="242316"/>
                  </a:lnTo>
                  <a:lnTo>
                    <a:pt x="1612392" y="243840"/>
                  </a:lnTo>
                  <a:lnTo>
                    <a:pt x="1610432" y="248411"/>
                  </a:lnTo>
                  <a:lnTo>
                    <a:pt x="1598676" y="248411"/>
                  </a:lnTo>
                  <a:lnTo>
                    <a:pt x="1597152" y="249935"/>
                  </a:lnTo>
                  <a:close/>
                </a:path>
                <a:path w="1617345" h="439419">
                  <a:moveTo>
                    <a:pt x="19812" y="249935"/>
                  </a:moveTo>
                  <a:lnTo>
                    <a:pt x="18288" y="248411"/>
                  </a:lnTo>
                  <a:lnTo>
                    <a:pt x="18941" y="248411"/>
                  </a:lnTo>
                  <a:lnTo>
                    <a:pt x="19812" y="249935"/>
                  </a:lnTo>
                  <a:close/>
                </a:path>
                <a:path w="1617345" h="439419">
                  <a:moveTo>
                    <a:pt x="1060704" y="428243"/>
                  </a:moveTo>
                  <a:lnTo>
                    <a:pt x="850391" y="428243"/>
                  </a:lnTo>
                  <a:lnTo>
                    <a:pt x="1008887" y="422148"/>
                  </a:lnTo>
                  <a:lnTo>
                    <a:pt x="1046987" y="419100"/>
                  </a:lnTo>
                  <a:lnTo>
                    <a:pt x="1083563" y="414527"/>
                  </a:lnTo>
                  <a:lnTo>
                    <a:pt x="1120140" y="411480"/>
                  </a:lnTo>
                  <a:lnTo>
                    <a:pt x="1156716" y="406908"/>
                  </a:lnTo>
                  <a:lnTo>
                    <a:pt x="1223771" y="397764"/>
                  </a:lnTo>
                  <a:lnTo>
                    <a:pt x="1318260" y="379475"/>
                  </a:lnTo>
                  <a:lnTo>
                    <a:pt x="1402079" y="358140"/>
                  </a:lnTo>
                  <a:lnTo>
                    <a:pt x="1450848" y="342900"/>
                  </a:lnTo>
                  <a:lnTo>
                    <a:pt x="1472184" y="333756"/>
                  </a:lnTo>
                  <a:lnTo>
                    <a:pt x="1493520" y="326135"/>
                  </a:lnTo>
                  <a:lnTo>
                    <a:pt x="1530096" y="307848"/>
                  </a:lnTo>
                  <a:lnTo>
                    <a:pt x="1572767" y="278891"/>
                  </a:lnTo>
                  <a:lnTo>
                    <a:pt x="1598676" y="248411"/>
                  </a:lnTo>
                  <a:lnTo>
                    <a:pt x="1610432" y="248411"/>
                  </a:lnTo>
                  <a:lnTo>
                    <a:pt x="1607820" y="254508"/>
                  </a:lnTo>
                  <a:lnTo>
                    <a:pt x="1606296" y="254508"/>
                  </a:lnTo>
                  <a:lnTo>
                    <a:pt x="1600200" y="265175"/>
                  </a:lnTo>
                  <a:lnTo>
                    <a:pt x="1591056" y="275843"/>
                  </a:lnTo>
                  <a:lnTo>
                    <a:pt x="1566671" y="297180"/>
                  </a:lnTo>
                  <a:lnTo>
                    <a:pt x="1551432" y="306324"/>
                  </a:lnTo>
                  <a:lnTo>
                    <a:pt x="1534667" y="316991"/>
                  </a:lnTo>
                  <a:lnTo>
                    <a:pt x="1517904" y="326135"/>
                  </a:lnTo>
                  <a:lnTo>
                    <a:pt x="1498092" y="335280"/>
                  </a:lnTo>
                  <a:lnTo>
                    <a:pt x="1476756" y="344424"/>
                  </a:lnTo>
                  <a:lnTo>
                    <a:pt x="1453896" y="352043"/>
                  </a:lnTo>
                  <a:lnTo>
                    <a:pt x="1429512" y="361188"/>
                  </a:lnTo>
                  <a:lnTo>
                    <a:pt x="1405128" y="368808"/>
                  </a:lnTo>
                  <a:lnTo>
                    <a:pt x="1377696" y="376427"/>
                  </a:lnTo>
                  <a:lnTo>
                    <a:pt x="1350263" y="382524"/>
                  </a:lnTo>
                  <a:lnTo>
                    <a:pt x="1321308" y="390143"/>
                  </a:lnTo>
                  <a:lnTo>
                    <a:pt x="1258824" y="402335"/>
                  </a:lnTo>
                  <a:lnTo>
                    <a:pt x="1225296" y="406908"/>
                  </a:lnTo>
                  <a:lnTo>
                    <a:pt x="1191767" y="413003"/>
                  </a:lnTo>
                  <a:lnTo>
                    <a:pt x="1158240" y="417575"/>
                  </a:lnTo>
                  <a:lnTo>
                    <a:pt x="1121663" y="422148"/>
                  </a:lnTo>
                  <a:lnTo>
                    <a:pt x="1085087" y="425196"/>
                  </a:lnTo>
                  <a:lnTo>
                    <a:pt x="1060704" y="42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624" y="1077467"/>
              <a:ext cx="3732529" cy="376555"/>
            </a:xfrm>
            <a:custGeom>
              <a:avLst/>
              <a:gdLst/>
              <a:ahLst/>
              <a:cxnLst/>
              <a:rect l="l" t="t" r="r" b="b"/>
              <a:pathLst>
                <a:path w="3732529" h="376555">
                  <a:moveTo>
                    <a:pt x="3732276" y="376427"/>
                  </a:moveTo>
                  <a:lnTo>
                    <a:pt x="0" y="376427"/>
                  </a:lnTo>
                  <a:lnTo>
                    <a:pt x="0" y="0"/>
                  </a:lnTo>
                  <a:lnTo>
                    <a:pt x="3732276" y="0"/>
                  </a:lnTo>
                  <a:lnTo>
                    <a:pt x="3732276" y="376427"/>
                  </a:lnTo>
                  <a:close/>
                </a:path>
              </a:pathLst>
            </a:custGeom>
            <a:solidFill>
              <a:srgbClr val="212A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3528" y="1072895"/>
              <a:ext cx="3744595" cy="386080"/>
            </a:xfrm>
            <a:custGeom>
              <a:avLst/>
              <a:gdLst/>
              <a:ahLst/>
              <a:cxnLst/>
              <a:rect l="l" t="t" r="r" b="b"/>
              <a:pathLst>
                <a:path w="3744595" h="386080">
                  <a:moveTo>
                    <a:pt x="3744468" y="385572"/>
                  </a:moveTo>
                  <a:lnTo>
                    <a:pt x="0" y="385572"/>
                  </a:lnTo>
                  <a:lnTo>
                    <a:pt x="0" y="0"/>
                  </a:lnTo>
                  <a:lnTo>
                    <a:pt x="3744468" y="0"/>
                  </a:lnTo>
                  <a:lnTo>
                    <a:pt x="3744468" y="4572"/>
                  </a:lnTo>
                  <a:lnTo>
                    <a:pt x="10668" y="4572"/>
                  </a:lnTo>
                  <a:lnTo>
                    <a:pt x="6096" y="10668"/>
                  </a:lnTo>
                  <a:lnTo>
                    <a:pt x="10668" y="10668"/>
                  </a:lnTo>
                  <a:lnTo>
                    <a:pt x="10668" y="374904"/>
                  </a:lnTo>
                  <a:lnTo>
                    <a:pt x="6096" y="374904"/>
                  </a:lnTo>
                  <a:lnTo>
                    <a:pt x="10668" y="381000"/>
                  </a:lnTo>
                  <a:lnTo>
                    <a:pt x="3744468" y="381000"/>
                  </a:lnTo>
                  <a:lnTo>
                    <a:pt x="3744468" y="385572"/>
                  </a:lnTo>
                  <a:close/>
                </a:path>
                <a:path w="3744595" h="386080">
                  <a:moveTo>
                    <a:pt x="10668" y="10668"/>
                  </a:moveTo>
                  <a:lnTo>
                    <a:pt x="6096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744595" h="386080">
                  <a:moveTo>
                    <a:pt x="37338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733800" y="4572"/>
                  </a:lnTo>
                  <a:lnTo>
                    <a:pt x="3733800" y="10668"/>
                  </a:lnTo>
                  <a:close/>
                </a:path>
                <a:path w="3744595" h="386080">
                  <a:moveTo>
                    <a:pt x="3733800" y="381000"/>
                  </a:moveTo>
                  <a:lnTo>
                    <a:pt x="3733800" y="4572"/>
                  </a:lnTo>
                  <a:lnTo>
                    <a:pt x="3738372" y="10668"/>
                  </a:lnTo>
                  <a:lnTo>
                    <a:pt x="3744468" y="10668"/>
                  </a:lnTo>
                  <a:lnTo>
                    <a:pt x="3744468" y="374904"/>
                  </a:lnTo>
                  <a:lnTo>
                    <a:pt x="3738372" y="374904"/>
                  </a:lnTo>
                  <a:lnTo>
                    <a:pt x="3733800" y="381000"/>
                  </a:lnTo>
                  <a:close/>
                </a:path>
                <a:path w="3744595" h="386080">
                  <a:moveTo>
                    <a:pt x="3744468" y="10668"/>
                  </a:moveTo>
                  <a:lnTo>
                    <a:pt x="3738372" y="10668"/>
                  </a:lnTo>
                  <a:lnTo>
                    <a:pt x="3733800" y="4572"/>
                  </a:lnTo>
                  <a:lnTo>
                    <a:pt x="3744468" y="4572"/>
                  </a:lnTo>
                  <a:lnTo>
                    <a:pt x="3744468" y="10668"/>
                  </a:lnTo>
                  <a:close/>
                </a:path>
                <a:path w="3744595" h="386080">
                  <a:moveTo>
                    <a:pt x="10668" y="381000"/>
                  </a:moveTo>
                  <a:lnTo>
                    <a:pt x="6096" y="374904"/>
                  </a:lnTo>
                  <a:lnTo>
                    <a:pt x="10668" y="374904"/>
                  </a:lnTo>
                  <a:lnTo>
                    <a:pt x="10668" y="381000"/>
                  </a:lnTo>
                  <a:close/>
                </a:path>
                <a:path w="3744595" h="386080">
                  <a:moveTo>
                    <a:pt x="3733800" y="381000"/>
                  </a:moveTo>
                  <a:lnTo>
                    <a:pt x="10668" y="381000"/>
                  </a:lnTo>
                  <a:lnTo>
                    <a:pt x="10668" y="374904"/>
                  </a:lnTo>
                  <a:lnTo>
                    <a:pt x="3733800" y="374904"/>
                  </a:lnTo>
                  <a:lnTo>
                    <a:pt x="3733800" y="381000"/>
                  </a:lnTo>
                  <a:close/>
                </a:path>
                <a:path w="3744595" h="386080">
                  <a:moveTo>
                    <a:pt x="3744468" y="381000"/>
                  </a:moveTo>
                  <a:lnTo>
                    <a:pt x="3733800" y="381000"/>
                  </a:lnTo>
                  <a:lnTo>
                    <a:pt x="3738372" y="374904"/>
                  </a:lnTo>
                  <a:lnTo>
                    <a:pt x="3744468" y="374904"/>
                  </a:lnTo>
                  <a:lnTo>
                    <a:pt x="3744468" y="381000"/>
                  </a:lnTo>
                  <a:close/>
                </a:path>
              </a:pathLst>
            </a:custGeom>
            <a:solidFill>
              <a:srgbClr val="4170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FXCN</a:t>
            </a:r>
            <a:r>
              <a:rPr dirty="0" spc="15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/>
              <a:t>REWORK</a:t>
            </a:r>
            <a:r>
              <a:rPr dirty="0" spc="-15"/>
              <a:t> </a:t>
            </a:r>
            <a:r>
              <a:rPr dirty="0"/>
              <a:t>BGA</a:t>
            </a:r>
            <a:r>
              <a:rPr dirty="0" spc="25"/>
              <a:t> </a:t>
            </a:r>
            <a:r>
              <a:rPr dirty="0" spc="-10"/>
              <a:t>FLOWCHART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3467100" y="2901696"/>
            <a:ext cx="4208145" cy="1828800"/>
            <a:chOff x="3467100" y="2901696"/>
            <a:chExt cx="4208145" cy="1828800"/>
          </a:xfrm>
        </p:grpSpPr>
        <p:sp>
          <p:nvSpPr>
            <p:cNvPr id="15" name="object 15"/>
            <p:cNvSpPr/>
            <p:nvPr/>
          </p:nvSpPr>
          <p:spPr>
            <a:xfrm>
              <a:off x="3467100" y="4565903"/>
              <a:ext cx="62865" cy="165100"/>
            </a:xfrm>
            <a:custGeom>
              <a:avLst/>
              <a:gdLst/>
              <a:ahLst/>
              <a:cxnLst/>
              <a:rect l="l" t="t" r="r" b="b"/>
              <a:pathLst>
                <a:path w="62864" h="165100">
                  <a:moveTo>
                    <a:pt x="33528" y="112776"/>
                  </a:moveTo>
                  <a:lnTo>
                    <a:pt x="28956" y="112776"/>
                  </a:lnTo>
                  <a:lnTo>
                    <a:pt x="28956" y="0"/>
                  </a:lnTo>
                  <a:lnTo>
                    <a:pt x="33528" y="0"/>
                  </a:lnTo>
                  <a:lnTo>
                    <a:pt x="33528" y="112776"/>
                  </a:lnTo>
                  <a:close/>
                </a:path>
                <a:path w="62864" h="165100">
                  <a:moveTo>
                    <a:pt x="30480" y="164592"/>
                  </a:moveTo>
                  <a:lnTo>
                    <a:pt x="0" y="102108"/>
                  </a:lnTo>
                  <a:lnTo>
                    <a:pt x="28956" y="102108"/>
                  </a:lnTo>
                  <a:lnTo>
                    <a:pt x="28956" y="112776"/>
                  </a:lnTo>
                  <a:lnTo>
                    <a:pt x="57019" y="112776"/>
                  </a:lnTo>
                  <a:lnTo>
                    <a:pt x="30480" y="164592"/>
                  </a:lnTo>
                  <a:close/>
                </a:path>
                <a:path w="62864" h="165100">
                  <a:moveTo>
                    <a:pt x="57019" y="112776"/>
                  </a:moveTo>
                  <a:lnTo>
                    <a:pt x="33528" y="112776"/>
                  </a:lnTo>
                  <a:lnTo>
                    <a:pt x="33528" y="102108"/>
                  </a:lnTo>
                  <a:lnTo>
                    <a:pt x="62484" y="102108"/>
                  </a:lnTo>
                  <a:lnTo>
                    <a:pt x="57019" y="11277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556248" y="2906267"/>
              <a:ext cx="1112520" cy="340360"/>
            </a:xfrm>
            <a:custGeom>
              <a:avLst/>
              <a:gdLst/>
              <a:ahLst/>
              <a:cxnLst/>
              <a:rect l="l" t="t" r="r" b="b"/>
              <a:pathLst>
                <a:path w="1112520" h="340360">
                  <a:moveTo>
                    <a:pt x="941832" y="339851"/>
                  </a:moveTo>
                  <a:lnTo>
                    <a:pt x="0" y="339851"/>
                  </a:lnTo>
                  <a:lnTo>
                    <a:pt x="169164" y="169164"/>
                  </a:lnTo>
                  <a:lnTo>
                    <a:pt x="0" y="0"/>
                  </a:lnTo>
                  <a:lnTo>
                    <a:pt x="941832" y="0"/>
                  </a:lnTo>
                  <a:lnTo>
                    <a:pt x="1112519" y="169164"/>
                  </a:lnTo>
                  <a:lnTo>
                    <a:pt x="941832" y="339851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542532" y="2901696"/>
              <a:ext cx="1132840" cy="349250"/>
            </a:xfrm>
            <a:custGeom>
              <a:avLst/>
              <a:gdLst/>
              <a:ahLst/>
              <a:cxnLst/>
              <a:rect l="l" t="t" r="r" b="b"/>
              <a:pathLst>
                <a:path w="1132840" h="349250">
                  <a:moveTo>
                    <a:pt x="176006" y="174480"/>
                  </a:moveTo>
                  <a:lnTo>
                    <a:pt x="175220" y="173736"/>
                  </a:lnTo>
                  <a:lnTo>
                    <a:pt x="0" y="0"/>
                  </a:lnTo>
                  <a:lnTo>
                    <a:pt x="958596" y="0"/>
                  </a:lnTo>
                  <a:lnTo>
                    <a:pt x="960120" y="1524"/>
                  </a:lnTo>
                  <a:lnTo>
                    <a:pt x="16764" y="1524"/>
                  </a:lnTo>
                  <a:lnTo>
                    <a:pt x="13716" y="9144"/>
                  </a:lnTo>
                  <a:lnTo>
                    <a:pt x="24451" y="9144"/>
                  </a:lnTo>
                  <a:lnTo>
                    <a:pt x="187425" y="170688"/>
                  </a:lnTo>
                  <a:lnTo>
                    <a:pt x="179831" y="170688"/>
                  </a:lnTo>
                  <a:lnTo>
                    <a:pt x="176006" y="174480"/>
                  </a:lnTo>
                  <a:close/>
                </a:path>
                <a:path w="1132840" h="349250">
                  <a:moveTo>
                    <a:pt x="24451" y="9144"/>
                  </a:moveTo>
                  <a:lnTo>
                    <a:pt x="13716" y="9144"/>
                  </a:lnTo>
                  <a:lnTo>
                    <a:pt x="16764" y="1524"/>
                  </a:lnTo>
                  <a:lnTo>
                    <a:pt x="24451" y="9144"/>
                  </a:lnTo>
                  <a:close/>
                </a:path>
                <a:path w="1132840" h="349250">
                  <a:moveTo>
                    <a:pt x="954010" y="9144"/>
                  </a:moveTo>
                  <a:lnTo>
                    <a:pt x="24451" y="9144"/>
                  </a:lnTo>
                  <a:lnTo>
                    <a:pt x="16764" y="1524"/>
                  </a:lnTo>
                  <a:lnTo>
                    <a:pt x="960120" y="1524"/>
                  </a:lnTo>
                  <a:lnTo>
                    <a:pt x="966216" y="7620"/>
                  </a:lnTo>
                  <a:lnTo>
                    <a:pt x="952500" y="7620"/>
                  </a:lnTo>
                  <a:lnTo>
                    <a:pt x="954010" y="9144"/>
                  </a:lnTo>
                  <a:close/>
                </a:path>
                <a:path w="1132840" h="349250">
                  <a:moveTo>
                    <a:pt x="1117871" y="174480"/>
                  </a:moveTo>
                  <a:lnTo>
                    <a:pt x="952500" y="7620"/>
                  </a:lnTo>
                  <a:lnTo>
                    <a:pt x="955548" y="9144"/>
                  </a:lnTo>
                  <a:lnTo>
                    <a:pt x="967740" y="9144"/>
                  </a:lnTo>
                  <a:lnTo>
                    <a:pt x="1129284" y="170688"/>
                  </a:lnTo>
                  <a:lnTo>
                    <a:pt x="1121664" y="170688"/>
                  </a:lnTo>
                  <a:lnTo>
                    <a:pt x="1117871" y="174480"/>
                  </a:lnTo>
                  <a:close/>
                </a:path>
                <a:path w="1132840" h="349250">
                  <a:moveTo>
                    <a:pt x="967740" y="9144"/>
                  </a:moveTo>
                  <a:lnTo>
                    <a:pt x="955548" y="9144"/>
                  </a:lnTo>
                  <a:lnTo>
                    <a:pt x="952500" y="7620"/>
                  </a:lnTo>
                  <a:lnTo>
                    <a:pt x="966216" y="7620"/>
                  </a:lnTo>
                  <a:lnTo>
                    <a:pt x="967740" y="9144"/>
                  </a:lnTo>
                  <a:close/>
                </a:path>
                <a:path w="1132840" h="349250">
                  <a:moveTo>
                    <a:pt x="179831" y="178307"/>
                  </a:moveTo>
                  <a:lnTo>
                    <a:pt x="176006" y="174480"/>
                  </a:lnTo>
                  <a:lnTo>
                    <a:pt x="179831" y="170688"/>
                  </a:lnTo>
                  <a:lnTo>
                    <a:pt x="179831" y="178307"/>
                  </a:lnTo>
                  <a:close/>
                </a:path>
                <a:path w="1132840" h="349250">
                  <a:moveTo>
                    <a:pt x="185928" y="178307"/>
                  </a:moveTo>
                  <a:lnTo>
                    <a:pt x="179831" y="178307"/>
                  </a:lnTo>
                  <a:lnTo>
                    <a:pt x="179831" y="170688"/>
                  </a:lnTo>
                  <a:lnTo>
                    <a:pt x="187425" y="170688"/>
                  </a:lnTo>
                  <a:lnTo>
                    <a:pt x="190500" y="173736"/>
                  </a:lnTo>
                  <a:lnTo>
                    <a:pt x="185928" y="178307"/>
                  </a:lnTo>
                  <a:close/>
                </a:path>
                <a:path w="1132840" h="349250">
                  <a:moveTo>
                    <a:pt x="1121664" y="178307"/>
                  </a:moveTo>
                  <a:lnTo>
                    <a:pt x="1117871" y="174480"/>
                  </a:lnTo>
                  <a:lnTo>
                    <a:pt x="1121664" y="170688"/>
                  </a:lnTo>
                  <a:lnTo>
                    <a:pt x="1121664" y="178307"/>
                  </a:lnTo>
                  <a:close/>
                </a:path>
                <a:path w="1132840" h="349250">
                  <a:moveTo>
                    <a:pt x="1127799" y="178307"/>
                  </a:moveTo>
                  <a:lnTo>
                    <a:pt x="1121664" y="178307"/>
                  </a:lnTo>
                  <a:lnTo>
                    <a:pt x="1121664" y="170688"/>
                  </a:lnTo>
                  <a:lnTo>
                    <a:pt x="1129284" y="170688"/>
                  </a:lnTo>
                  <a:lnTo>
                    <a:pt x="1132332" y="173736"/>
                  </a:lnTo>
                  <a:lnTo>
                    <a:pt x="1127799" y="178307"/>
                  </a:lnTo>
                  <a:close/>
                </a:path>
                <a:path w="1132840" h="349250">
                  <a:moveTo>
                    <a:pt x="958596" y="348996"/>
                  </a:moveTo>
                  <a:lnTo>
                    <a:pt x="0" y="348996"/>
                  </a:lnTo>
                  <a:lnTo>
                    <a:pt x="176006" y="174480"/>
                  </a:lnTo>
                  <a:lnTo>
                    <a:pt x="179831" y="178307"/>
                  </a:lnTo>
                  <a:lnTo>
                    <a:pt x="185928" y="178307"/>
                  </a:lnTo>
                  <a:lnTo>
                    <a:pt x="25908" y="338328"/>
                  </a:lnTo>
                  <a:lnTo>
                    <a:pt x="13716" y="338328"/>
                  </a:lnTo>
                  <a:lnTo>
                    <a:pt x="16764" y="347472"/>
                  </a:lnTo>
                  <a:lnTo>
                    <a:pt x="960106" y="347472"/>
                  </a:lnTo>
                  <a:lnTo>
                    <a:pt x="958596" y="348996"/>
                  </a:lnTo>
                  <a:close/>
                </a:path>
                <a:path w="1132840" h="349250">
                  <a:moveTo>
                    <a:pt x="952500" y="339852"/>
                  </a:moveTo>
                  <a:lnTo>
                    <a:pt x="1117871" y="174480"/>
                  </a:lnTo>
                  <a:lnTo>
                    <a:pt x="1121664" y="178307"/>
                  </a:lnTo>
                  <a:lnTo>
                    <a:pt x="1127799" y="178307"/>
                  </a:lnTo>
                  <a:lnTo>
                    <a:pt x="969171" y="338328"/>
                  </a:lnTo>
                  <a:lnTo>
                    <a:pt x="955548" y="338328"/>
                  </a:lnTo>
                  <a:lnTo>
                    <a:pt x="952500" y="339852"/>
                  </a:lnTo>
                  <a:close/>
                </a:path>
                <a:path w="1132840" h="349250">
                  <a:moveTo>
                    <a:pt x="16764" y="347472"/>
                  </a:moveTo>
                  <a:lnTo>
                    <a:pt x="13716" y="338328"/>
                  </a:lnTo>
                  <a:lnTo>
                    <a:pt x="25908" y="338328"/>
                  </a:lnTo>
                  <a:lnTo>
                    <a:pt x="16764" y="347472"/>
                  </a:lnTo>
                  <a:close/>
                </a:path>
                <a:path w="1132840" h="349250">
                  <a:moveTo>
                    <a:pt x="960106" y="347472"/>
                  </a:moveTo>
                  <a:lnTo>
                    <a:pt x="16764" y="347472"/>
                  </a:lnTo>
                  <a:lnTo>
                    <a:pt x="25908" y="338328"/>
                  </a:lnTo>
                  <a:lnTo>
                    <a:pt x="954024" y="338328"/>
                  </a:lnTo>
                  <a:lnTo>
                    <a:pt x="952500" y="339852"/>
                  </a:lnTo>
                  <a:lnTo>
                    <a:pt x="967660" y="339852"/>
                  </a:lnTo>
                  <a:lnTo>
                    <a:pt x="960106" y="347472"/>
                  </a:lnTo>
                  <a:close/>
                </a:path>
                <a:path w="1132840" h="349250">
                  <a:moveTo>
                    <a:pt x="967660" y="339852"/>
                  </a:moveTo>
                  <a:lnTo>
                    <a:pt x="952500" y="339852"/>
                  </a:lnTo>
                  <a:lnTo>
                    <a:pt x="955548" y="338328"/>
                  </a:lnTo>
                  <a:lnTo>
                    <a:pt x="969171" y="338328"/>
                  </a:lnTo>
                  <a:lnTo>
                    <a:pt x="967660" y="339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840637" y="2943848"/>
            <a:ext cx="539750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1270">
              <a:lnSpc>
                <a:spcPts val="890"/>
              </a:lnSpc>
              <a:spcBef>
                <a:spcPts val="130"/>
              </a:spcBef>
            </a:pPr>
            <a:r>
              <a:rPr dirty="0" sz="750" spc="-10" b="1">
                <a:latin typeface="Calibri"/>
                <a:cs typeface="Calibri"/>
              </a:rPr>
              <a:t>6.Place</a:t>
            </a:r>
            <a:r>
              <a:rPr dirty="0" sz="750" spc="5" b="1">
                <a:latin typeface="Calibri"/>
                <a:cs typeface="Calibri"/>
              </a:rPr>
              <a:t> </a:t>
            </a:r>
            <a:r>
              <a:rPr dirty="0" sz="750" spc="-20" b="1">
                <a:latin typeface="Calibri"/>
                <a:cs typeface="Calibri"/>
              </a:rPr>
              <a:t>PCBA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into</a:t>
            </a:r>
            <a:r>
              <a:rPr dirty="0" sz="750" spc="-3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machine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869680" y="4043172"/>
            <a:ext cx="1176655" cy="349250"/>
            <a:chOff x="8869680" y="4043172"/>
            <a:chExt cx="1176655" cy="349250"/>
          </a:xfrm>
        </p:grpSpPr>
        <p:sp>
          <p:nvSpPr>
            <p:cNvPr id="20" name="object 20"/>
            <p:cNvSpPr/>
            <p:nvPr/>
          </p:nvSpPr>
          <p:spPr>
            <a:xfrm>
              <a:off x="8881872" y="4047744"/>
              <a:ext cx="1156970" cy="340360"/>
            </a:xfrm>
            <a:custGeom>
              <a:avLst/>
              <a:gdLst/>
              <a:ahLst/>
              <a:cxnLst/>
              <a:rect l="l" t="t" r="r" b="b"/>
              <a:pathLst>
                <a:path w="1156970" h="340360">
                  <a:moveTo>
                    <a:pt x="987552" y="339852"/>
                  </a:moveTo>
                  <a:lnTo>
                    <a:pt x="0" y="339852"/>
                  </a:lnTo>
                  <a:lnTo>
                    <a:pt x="170688" y="170688"/>
                  </a:lnTo>
                  <a:lnTo>
                    <a:pt x="0" y="0"/>
                  </a:lnTo>
                  <a:lnTo>
                    <a:pt x="987552" y="0"/>
                  </a:lnTo>
                  <a:lnTo>
                    <a:pt x="1156716" y="170688"/>
                  </a:lnTo>
                  <a:lnTo>
                    <a:pt x="987552" y="339852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869680" y="4043172"/>
              <a:ext cx="1176655" cy="349250"/>
            </a:xfrm>
            <a:custGeom>
              <a:avLst/>
              <a:gdLst/>
              <a:ahLst/>
              <a:cxnLst/>
              <a:rect l="l" t="t" r="r" b="b"/>
              <a:pathLst>
                <a:path w="1176654" h="349250">
                  <a:moveTo>
                    <a:pt x="174498" y="174498"/>
                  </a:moveTo>
                  <a:lnTo>
                    <a:pt x="0" y="0"/>
                  </a:lnTo>
                  <a:lnTo>
                    <a:pt x="1001268" y="0"/>
                  </a:lnTo>
                  <a:lnTo>
                    <a:pt x="1002792" y="1524"/>
                  </a:lnTo>
                  <a:lnTo>
                    <a:pt x="16764" y="1524"/>
                  </a:lnTo>
                  <a:lnTo>
                    <a:pt x="12192" y="10668"/>
                  </a:lnTo>
                  <a:lnTo>
                    <a:pt x="25827" y="10668"/>
                  </a:lnTo>
                  <a:lnTo>
                    <a:pt x="184444" y="170688"/>
                  </a:lnTo>
                  <a:lnTo>
                    <a:pt x="178307" y="170688"/>
                  </a:lnTo>
                  <a:lnTo>
                    <a:pt x="174498" y="174498"/>
                  </a:lnTo>
                  <a:close/>
                </a:path>
                <a:path w="1176654" h="349250">
                  <a:moveTo>
                    <a:pt x="25827" y="10668"/>
                  </a:moveTo>
                  <a:lnTo>
                    <a:pt x="12192" y="10668"/>
                  </a:lnTo>
                  <a:lnTo>
                    <a:pt x="16764" y="1524"/>
                  </a:lnTo>
                  <a:lnTo>
                    <a:pt x="25827" y="10668"/>
                  </a:lnTo>
                  <a:close/>
                </a:path>
                <a:path w="1176654" h="349250">
                  <a:moveTo>
                    <a:pt x="996709" y="10668"/>
                  </a:moveTo>
                  <a:lnTo>
                    <a:pt x="25827" y="10668"/>
                  </a:lnTo>
                  <a:lnTo>
                    <a:pt x="16764" y="1524"/>
                  </a:lnTo>
                  <a:lnTo>
                    <a:pt x="1002792" y="1524"/>
                  </a:lnTo>
                  <a:lnTo>
                    <a:pt x="1010412" y="9144"/>
                  </a:lnTo>
                  <a:lnTo>
                    <a:pt x="995172" y="9144"/>
                  </a:lnTo>
                  <a:lnTo>
                    <a:pt x="996709" y="10668"/>
                  </a:lnTo>
                  <a:close/>
                </a:path>
                <a:path w="1176654" h="349250">
                  <a:moveTo>
                    <a:pt x="1162050" y="174498"/>
                  </a:moveTo>
                  <a:lnTo>
                    <a:pt x="995172" y="9144"/>
                  </a:lnTo>
                  <a:lnTo>
                    <a:pt x="999744" y="10668"/>
                  </a:lnTo>
                  <a:lnTo>
                    <a:pt x="1011936" y="10668"/>
                  </a:lnTo>
                  <a:lnTo>
                    <a:pt x="1171956" y="170688"/>
                  </a:lnTo>
                  <a:lnTo>
                    <a:pt x="1165860" y="170688"/>
                  </a:lnTo>
                  <a:lnTo>
                    <a:pt x="1162050" y="174498"/>
                  </a:lnTo>
                  <a:close/>
                </a:path>
                <a:path w="1176654" h="349250">
                  <a:moveTo>
                    <a:pt x="1011936" y="10668"/>
                  </a:moveTo>
                  <a:lnTo>
                    <a:pt x="999744" y="10668"/>
                  </a:lnTo>
                  <a:lnTo>
                    <a:pt x="995172" y="9144"/>
                  </a:lnTo>
                  <a:lnTo>
                    <a:pt x="1010412" y="9144"/>
                  </a:lnTo>
                  <a:lnTo>
                    <a:pt x="1011936" y="10668"/>
                  </a:lnTo>
                  <a:close/>
                </a:path>
                <a:path w="1176654" h="349250">
                  <a:moveTo>
                    <a:pt x="178307" y="178307"/>
                  </a:moveTo>
                  <a:lnTo>
                    <a:pt x="174498" y="174498"/>
                  </a:lnTo>
                  <a:lnTo>
                    <a:pt x="178307" y="170688"/>
                  </a:lnTo>
                  <a:lnTo>
                    <a:pt x="178307" y="178307"/>
                  </a:lnTo>
                  <a:close/>
                </a:path>
                <a:path w="1176654" h="349250">
                  <a:moveTo>
                    <a:pt x="185928" y="178307"/>
                  </a:moveTo>
                  <a:lnTo>
                    <a:pt x="178307" y="178307"/>
                  </a:lnTo>
                  <a:lnTo>
                    <a:pt x="178307" y="170688"/>
                  </a:lnTo>
                  <a:lnTo>
                    <a:pt x="184444" y="170688"/>
                  </a:lnTo>
                  <a:lnTo>
                    <a:pt x="188976" y="175260"/>
                  </a:lnTo>
                  <a:lnTo>
                    <a:pt x="185928" y="178307"/>
                  </a:lnTo>
                  <a:close/>
                </a:path>
                <a:path w="1176654" h="349250">
                  <a:moveTo>
                    <a:pt x="1165860" y="178307"/>
                  </a:moveTo>
                  <a:lnTo>
                    <a:pt x="1162784" y="175260"/>
                  </a:lnTo>
                  <a:lnTo>
                    <a:pt x="1162050" y="174498"/>
                  </a:lnTo>
                  <a:lnTo>
                    <a:pt x="1165860" y="170688"/>
                  </a:lnTo>
                  <a:lnTo>
                    <a:pt x="1165860" y="178307"/>
                  </a:lnTo>
                  <a:close/>
                </a:path>
                <a:path w="1176654" h="349250">
                  <a:moveTo>
                    <a:pt x="1173453" y="178307"/>
                  </a:moveTo>
                  <a:lnTo>
                    <a:pt x="1165860" y="178307"/>
                  </a:lnTo>
                  <a:lnTo>
                    <a:pt x="1165860" y="170688"/>
                  </a:lnTo>
                  <a:lnTo>
                    <a:pt x="1171956" y="170688"/>
                  </a:lnTo>
                  <a:lnTo>
                    <a:pt x="1176528" y="175260"/>
                  </a:lnTo>
                  <a:lnTo>
                    <a:pt x="1173453" y="178307"/>
                  </a:lnTo>
                  <a:close/>
                </a:path>
                <a:path w="1176654" h="349250">
                  <a:moveTo>
                    <a:pt x="1001268" y="348996"/>
                  </a:moveTo>
                  <a:lnTo>
                    <a:pt x="0" y="348996"/>
                  </a:lnTo>
                  <a:lnTo>
                    <a:pt x="174498" y="174498"/>
                  </a:lnTo>
                  <a:lnTo>
                    <a:pt x="178307" y="178307"/>
                  </a:lnTo>
                  <a:lnTo>
                    <a:pt x="185928" y="178307"/>
                  </a:lnTo>
                  <a:lnTo>
                    <a:pt x="24384" y="339852"/>
                  </a:lnTo>
                  <a:lnTo>
                    <a:pt x="12192" y="339852"/>
                  </a:lnTo>
                  <a:lnTo>
                    <a:pt x="16764" y="347472"/>
                  </a:lnTo>
                  <a:lnTo>
                    <a:pt x="1002805" y="347472"/>
                  </a:lnTo>
                  <a:lnTo>
                    <a:pt x="1001268" y="348996"/>
                  </a:lnTo>
                  <a:close/>
                </a:path>
                <a:path w="1176654" h="349250">
                  <a:moveTo>
                    <a:pt x="995172" y="341376"/>
                  </a:moveTo>
                  <a:lnTo>
                    <a:pt x="1162050" y="174498"/>
                  </a:lnTo>
                  <a:lnTo>
                    <a:pt x="1162784" y="175260"/>
                  </a:lnTo>
                  <a:lnTo>
                    <a:pt x="1165860" y="178307"/>
                  </a:lnTo>
                  <a:lnTo>
                    <a:pt x="1173453" y="178307"/>
                  </a:lnTo>
                  <a:lnTo>
                    <a:pt x="1010492" y="339852"/>
                  </a:lnTo>
                  <a:lnTo>
                    <a:pt x="999744" y="339852"/>
                  </a:lnTo>
                  <a:lnTo>
                    <a:pt x="995172" y="341376"/>
                  </a:lnTo>
                  <a:close/>
                </a:path>
                <a:path w="1176654" h="349250">
                  <a:moveTo>
                    <a:pt x="16764" y="347472"/>
                  </a:moveTo>
                  <a:lnTo>
                    <a:pt x="12192" y="339852"/>
                  </a:lnTo>
                  <a:lnTo>
                    <a:pt x="24384" y="339852"/>
                  </a:lnTo>
                  <a:lnTo>
                    <a:pt x="16764" y="347472"/>
                  </a:lnTo>
                  <a:close/>
                </a:path>
                <a:path w="1176654" h="349250">
                  <a:moveTo>
                    <a:pt x="1002805" y="347472"/>
                  </a:moveTo>
                  <a:lnTo>
                    <a:pt x="16764" y="347472"/>
                  </a:lnTo>
                  <a:lnTo>
                    <a:pt x="24384" y="339852"/>
                  </a:lnTo>
                  <a:lnTo>
                    <a:pt x="996696" y="339852"/>
                  </a:lnTo>
                  <a:lnTo>
                    <a:pt x="995172" y="341376"/>
                  </a:lnTo>
                  <a:lnTo>
                    <a:pt x="1008954" y="341376"/>
                  </a:lnTo>
                  <a:lnTo>
                    <a:pt x="1002805" y="347472"/>
                  </a:lnTo>
                  <a:close/>
                </a:path>
                <a:path w="1176654" h="349250">
                  <a:moveTo>
                    <a:pt x="1008954" y="341376"/>
                  </a:moveTo>
                  <a:lnTo>
                    <a:pt x="995172" y="341376"/>
                  </a:lnTo>
                  <a:lnTo>
                    <a:pt x="999744" y="339852"/>
                  </a:lnTo>
                  <a:lnTo>
                    <a:pt x="1010492" y="339852"/>
                  </a:lnTo>
                  <a:lnTo>
                    <a:pt x="1008954" y="341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9137290" y="4028910"/>
            <a:ext cx="645160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0" marR="5080" indent="-140335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12.</a:t>
            </a:r>
            <a:r>
              <a:rPr dirty="0" sz="750" spc="-4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Close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return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board</a:t>
            </a:r>
            <a:r>
              <a:rPr dirty="0" sz="750" spc="-25" b="1">
                <a:latin typeface="Calibri"/>
                <a:cs typeface="Calibri"/>
              </a:rPr>
              <a:t> to</a:t>
            </a:r>
            <a:endParaRPr sz="750">
              <a:latin typeface="Calibri"/>
              <a:cs typeface="Calibri"/>
            </a:endParaRPr>
          </a:p>
          <a:p>
            <a:pPr marL="85725">
              <a:lnSpc>
                <a:spcPts val="860"/>
              </a:lnSpc>
            </a:pPr>
            <a:r>
              <a:rPr dirty="0" sz="750" b="1">
                <a:latin typeface="Calibri"/>
                <a:cs typeface="Calibri"/>
              </a:rPr>
              <a:t>Product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spc="-20" b="1">
                <a:latin typeface="Calibri"/>
                <a:cs typeface="Calibri"/>
              </a:rPr>
              <a:t>line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62344" y="4044696"/>
            <a:ext cx="1199515" cy="356870"/>
            <a:chOff x="6562344" y="4044696"/>
            <a:chExt cx="1199515" cy="356870"/>
          </a:xfrm>
        </p:grpSpPr>
        <p:sp>
          <p:nvSpPr>
            <p:cNvPr id="24" name="object 24"/>
            <p:cNvSpPr/>
            <p:nvPr/>
          </p:nvSpPr>
          <p:spPr>
            <a:xfrm>
              <a:off x="6574536" y="4050791"/>
              <a:ext cx="1179830" cy="346075"/>
            </a:xfrm>
            <a:custGeom>
              <a:avLst/>
              <a:gdLst/>
              <a:ahLst/>
              <a:cxnLst/>
              <a:rect l="l" t="t" r="r" b="b"/>
              <a:pathLst>
                <a:path w="1179829" h="346075">
                  <a:moveTo>
                    <a:pt x="1005840" y="345948"/>
                  </a:moveTo>
                  <a:lnTo>
                    <a:pt x="0" y="345948"/>
                  </a:lnTo>
                  <a:lnTo>
                    <a:pt x="173735" y="172211"/>
                  </a:lnTo>
                  <a:lnTo>
                    <a:pt x="0" y="0"/>
                  </a:lnTo>
                  <a:lnTo>
                    <a:pt x="1005840" y="0"/>
                  </a:lnTo>
                  <a:lnTo>
                    <a:pt x="1179576" y="172211"/>
                  </a:lnTo>
                  <a:lnTo>
                    <a:pt x="1005840" y="345948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562344" y="4044696"/>
              <a:ext cx="1199515" cy="356870"/>
            </a:xfrm>
            <a:custGeom>
              <a:avLst/>
              <a:gdLst/>
              <a:ahLst/>
              <a:cxnLst/>
              <a:rect l="l" t="t" r="r" b="b"/>
              <a:pathLst>
                <a:path w="1199515" h="356870">
                  <a:moveTo>
                    <a:pt x="177562" y="179053"/>
                  </a:moveTo>
                  <a:lnTo>
                    <a:pt x="0" y="0"/>
                  </a:lnTo>
                  <a:lnTo>
                    <a:pt x="1021080" y="0"/>
                  </a:lnTo>
                  <a:lnTo>
                    <a:pt x="1022604" y="1524"/>
                  </a:lnTo>
                  <a:lnTo>
                    <a:pt x="16764" y="1524"/>
                  </a:lnTo>
                  <a:lnTo>
                    <a:pt x="12192" y="10668"/>
                  </a:lnTo>
                  <a:lnTo>
                    <a:pt x="25908" y="10668"/>
                  </a:lnTo>
                  <a:lnTo>
                    <a:pt x="190500" y="175260"/>
                  </a:lnTo>
                  <a:lnTo>
                    <a:pt x="181356" y="175260"/>
                  </a:lnTo>
                  <a:lnTo>
                    <a:pt x="177562" y="179053"/>
                  </a:lnTo>
                  <a:close/>
                </a:path>
                <a:path w="1199515" h="356870">
                  <a:moveTo>
                    <a:pt x="25908" y="10668"/>
                  </a:moveTo>
                  <a:lnTo>
                    <a:pt x="12192" y="10668"/>
                  </a:lnTo>
                  <a:lnTo>
                    <a:pt x="16764" y="1524"/>
                  </a:lnTo>
                  <a:lnTo>
                    <a:pt x="25908" y="10668"/>
                  </a:lnTo>
                  <a:close/>
                </a:path>
                <a:path w="1199515" h="356870">
                  <a:moveTo>
                    <a:pt x="1016494" y="10668"/>
                  </a:moveTo>
                  <a:lnTo>
                    <a:pt x="25908" y="10668"/>
                  </a:lnTo>
                  <a:lnTo>
                    <a:pt x="16764" y="1524"/>
                  </a:lnTo>
                  <a:lnTo>
                    <a:pt x="1022604" y="1524"/>
                  </a:lnTo>
                  <a:lnTo>
                    <a:pt x="1030224" y="9144"/>
                  </a:lnTo>
                  <a:lnTo>
                    <a:pt x="1014984" y="9144"/>
                  </a:lnTo>
                  <a:lnTo>
                    <a:pt x="1016494" y="10668"/>
                  </a:lnTo>
                  <a:close/>
                </a:path>
                <a:path w="1199515" h="356870">
                  <a:moveTo>
                    <a:pt x="1183402" y="179053"/>
                  </a:moveTo>
                  <a:lnTo>
                    <a:pt x="1014984" y="9144"/>
                  </a:lnTo>
                  <a:lnTo>
                    <a:pt x="1018032" y="10668"/>
                  </a:lnTo>
                  <a:lnTo>
                    <a:pt x="1031748" y="10668"/>
                  </a:lnTo>
                  <a:lnTo>
                    <a:pt x="1196340" y="175260"/>
                  </a:lnTo>
                  <a:lnTo>
                    <a:pt x="1187196" y="175260"/>
                  </a:lnTo>
                  <a:lnTo>
                    <a:pt x="1183402" y="179053"/>
                  </a:lnTo>
                  <a:close/>
                </a:path>
                <a:path w="1199515" h="356870">
                  <a:moveTo>
                    <a:pt x="1031748" y="10668"/>
                  </a:moveTo>
                  <a:lnTo>
                    <a:pt x="1018032" y="10668"/>
                  </a:lnTo>
                  <a:lnTo>
                    <a:pt x="1014984" y="9144"/>
                  </a:lnTo>
                  <a:lnTo>
                    <a:pt x="1030224" y="9144"/>
                  </a:lnTo>
                  <a:lnTo>
                    <a:pt x="1031748" y="10668"/>
                  </a:lnTo>
                  <a:close/>
                </a:path>
                <a:path w="1199515" h="356870">
                  <a:moveTo>
                    <a:pt x="181356" y="182880"/>
                  </a:moveTo>
                  <a:lnTo>
                    <a:pt x="177562" y="179053"/>
                  </a:lnTo>
                  <a:lnTo>
                    <a:pt x="181356" y="175260"/>
                  </a:lnTo>
                  <a:lnTo>
                    <a:pt x="181356" y="182880"/>
                  </a:lnTo>
                  <a:close/>
                </a:path>
                <a:path w="1199515" h="356870">
                  <a:moveTo>
                    <a:pt x="188975" y="182880"/>
                  </a:moveTo>
                  <a:lnTo>
                    <a:pt x="181356" y="182880"/>
                  </a:lnTo>
                  <a:lnTo>
                    <a:pt x="181356" y="175260"/>
                  </a:lnTo>
                  <a:lnTo>
                    <a:pt x="190500" y="175260"/>
                  </a:lnTo>
                  <a:lnTo>
                    <a:pt x="193548" y="178307"/>
                  </a:lnTo>
                  <a:lnTo>
                    <a:pt x="188975" y="182880"/>
                  </a:lnTo>
                  <a:close/>
                </a:path>
                <a:path w="1199515" h="356870">
                  <a:moveTo>
                    <a:pt x="1187196" y="182880"/>
                  </a:moveTo>
                  <a:lnTo>
                    <a:pt x="1183402" y="179053"/>
                  </a:lnTo>
                  <a:lnTo>
                    <a:pt x="1187196" y="175260"/>
                  </a:lnTo>
                  <a:lnTo>
                    <a:pt x="1187196" y="182880"/>
                  </a:lnTo>
                  <a:close/>
                </a:path>
                <a:path w="1199515" h="356870">
                  <a:moveTo>
                    <a:pt x="1194815" y="182880"/>
                  </a:moveTo>
                  <a:lnTo>
                    <a:pt x="1187196" y="182880"/>
                  </a:lnTo>
                  <a:lnTo>
                    <a:pt x="1187196" y="175260"/>
                  </a:lnTo>
                  <a:lnTo>
                    <a:pt x="1196340" y="175260"/>
                  </a:lnTo>
                  <a:lnTo>
                    <a:pt x="1199388" y="178307"/>
                  </a:lnTo>
                  <a:lnTo>
                    <a:pt x="1194815" y="182880"/>
                  </a:lnTo>
                  <a:close/>
                </a:path>
                <a:path w="1199515" h="356870">
                  <a:moveTo>
                    <a:pt x="1021080" y="356616"/>
                  </a:moveTo>
                  <a:lnTo>
                    <a:pt x="0" y="356616"/>
                  </a:lnTo>
                  <a:lnTo>
                    <a:pt x="177562" y="179053"/>
                  </a:lnTo>
                  <a:lnTo>
                    <a:pt x="181356" y="182880"/>
                  </a:lnTo>
                  <a:lnTo>
                    <a:pt x="188975" y="182880"/>
                  </a:lnTo>
                  <a:lnTo>
                    <a:pt x="25907" y="345948"/>
                  </a:lnTo>
                  <a:lnTo>
                    <a:pt x="12192" y="345948"/>
                  </a:lnTo>
                  <a:lnTo>
                    <a:pt x="16764" y="355092"/>
                  </a:lnTo>
                  <a:lnTo>
                    <a:pt x="1022604" y="355092"/>
                  </a:lnTo>
                  <a:lnTo>
                    <a:pt x="1021080" y="356616"/>
                  </a:lnTo>
                  <a:close/>
                </a:path>
                <a:path w="1199515" h="356870">
                  <a:moveTo>
                    <a:pt x="1014984" y="347472"/>
                  </a:moveTo>
                  <a:lnTo>
                    <a:pt x="1183402" y="179053"/>
                  </a:lnTo>
                  <a:lnTo>
                    <a:pt x="1187196" y="182880"/>
                  </a:lnTo>
                  <a:lnTo>
                    <a:pt x="1194815" y="182880"/>
                  </a:lnTo>
                  <a:lnTo>
                    <a:pt x="1031747" y="345948"/>
                  </a:lnTo>
                  <a:lnTo>
                    <a:pt x="1018032" y="345948"/>
                  </a:lnTo>
                  <a:lnTo>
                    <a:pt x="1014984" y="347472"/>
                  </a:lnTo>
                  <a:close/>
                </a:path>
                <a:path w="1199515" h="356870">
                  <a:moveTo>
                    <a:pt x="16764" y="355092"/>
                  </a:moveTo>
                  <a:lnTo>
                    <a:pt x="12192" y="345948"/>
                  </a:lnTo>
                  <a:lnTo>
                    <a:pt x="25907" y="345948"/>
                  </a:lnTo>
                  <a:lnTo>
                    <a:pt x="16764" y="355092"/>
                  </a:lnTo>
                  <a:close/>
                </a:path>
                <a:path w="1199515" h="356870">
                  <a:moveTo>
                    <a:pt x="1022604" y="355092"/>
                  </a:moveTo>
                  <a:lnTo>
                    <a:pt x="16764" y="355092"/>
                  </a:lnTo>
                  <a:lnTo>
                    <a:pt x="25907" y="345948"/>
                  </a:lnTo>
                  <a:lnTo>
                    <a:pt x="1016508" y="345948"/>
                  </a:lnTo>
                  <a:lnTo>
                    <a:pt x="1014984" y="347472"/>
                  </a:lnTo>
                  <a:lnTo>
                    <a:pt x="1030223" y="347472"/>
                  </a:lnTo>
                  <a:lnTo>
                    <a:pt x="1022604" y="355092"/>
                  </a:lnTo>
                  <a:close/>
                </a:path>
                <a:path w="1199515" h="356870">
                  <a:moveTo>
                    <a:pt x="1030223" y="347472"/>
                  </a:moveTo>
                  <a:lnTo>
                    <a:pt x="1014984" y="347472"/>
                  </a:lnTo>
                  <a:lnTo>
                    <a:pt x="1018032" y="345948"/>
                  </a:lnTo>
                  <a:lnTo>
                    <a:pt x="1031747" y="345948"/>
                  </a:lnTo>
                  <a:lnTo>
                    <a:pt x="1030223" y="3474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810130" y="4091367"/>
            <a:ext cx="639445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10.</a:t>
            </a:r>
            <a:r>
              <a:rPr dirty="0" sz="750" spc="-4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Measure,</a:t>
            </a:r>
            <a:r>
              <a:rPr dirty="0" sz="750" spc="-4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X-</a:t>
            </a:r>
            <a:r>
              <a:rPr dirty="0" sz="750" b="1">
                <a:latin typeface="Calibri"/>
                <a:cs typeface="Calibri"/>
              </a:rPr>
              <a:t>ray,</a:t>
            </a:r>
            <a:r>
              <a:rPr dirty="0" sz="750" spc="-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ICT,</a:t>
            </a:r>
            <a:r>
              <a:rPr dirty="0" sz="750" spc="-25" b="1">
                <a:latin typeface="Calibri"/>
                <a:cs typeface="Calibri"/>
              </a:rPr>
              <a:t> FT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17535" y="4038600"/>
            <a:ext cx="1259205" cy="350520"/>
            <a:chOff x="7717535" y="4038600"/>
            <a:chExt cx="1259205" cy="350520"/>
          </a:xfrm>
        </p:grpSpPr>
        <p:sp>
          <p:nvSpPr>
            <p:cNvPr id="28" name="object 28"/>
            <p:cNvSpPr/>
            <p:nvPr/>
          </p:nvSpPr>
          <p:spPr>
            <a:xfrm>
              <a:off x="7729728" y="4043172"/>
              <a:ext cx="1239520" cy="341630"/>
            </a:xfrm>
            <a:custGeom>
              <a:avLst/>
              <a:gdLst/>
              <a:ahLst/>
              <a:cxnLst/>
              <a:rect l="l" t="t" r="r" b="b"/>
              <a:pathLst>
                <a:path w="1239520" h="341629">
                  <a:moveTo>
                    <a:pt x="1069848" y="341375"/>
                  </a:moveTo>
                  <a:lnTo>
                    <a:pt x="0" y="341375"/>
                  </a:lnTo>
                  <a:lnTo>
                    <a:pt x="170687" y="170687"/>
                  </a:lnTo>
                  <a:lnTo>
                    <a:pt x="0" y="0"/>
                  </a:lnTo>
                  <a:lnTo>
                    <a:pt x="1069848" y="0"/>
                  </a:lnTo>
                  <a:lnTo>
                    <a:pt x="1239011" y="170687"/>
                  </a:lnTo>
                  <a:lnTo>
                    <a:pt x="1069848" y="3413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17535" y="4038600"/>
              <a:ext cx="1259205" cy="350520"/>
            </a:xfrm>
            <a:custGeom>
              <a:avLst/>
              <a:gdLst/>
              <a:ahLst/>
              <a:cxnLst/>
              <a:rect l="l" t="t" r="r" b="b"/>
              <a:pathLst>
                <a:path w="1259204" h="350520">
                  <a:moveTo>
                    <a:pt x="174515" y="176004"/>
                  </a:moveTo>
                  <a:lnTo>
                    <a:pt x="0" y="0"/>
                  </a:lnTo>
                  <a:lnTo>
                    <a:pt x="1083564" y="0"/>
                  </a:lnTo>
                  <a:lnTo>
                    <a:pt x="1085088" y="1524"/>
                  </a:lnTo>
                  <a:lnTo>
                    <a:pt x="16764" y="1524"/>
                  </a:lnTo>
                  <a:lnTo>
                    <a:pt x="12192" y="10668"/>
                  </a:lnTo>
                  <a:lnTo>
                    <a:pt x="25908" y="10668"/>
                  </a:lnTo>
                  <a:lnTo>
                    <a:pt x="187452" y="172212"/>
                  </a:lnTo>
                  <a:lnTo>
                    <a:pt x="178307" y="172212"/>
                  </a:lnTo>
                  <a:lnTo>
                    <a:pt x="174515" y="176004"/>
                  </a:lnTo>
                  <a:close/>
                </a:path>
                <a:path w="1259204" h="350520">
                  <a:moveTo>
                    <a:pt x="25908" y="10668"/>
                  </a:moveTo>
                  <a:lnTo>
                    <a:pt x="12192" y="10668"/>
                  </a:lnTo>
                  <a:lnTo>
                    <a:pt x="16764" y="1524"/>
                  </a:lnTo>
                  <a:lnTo>
                    <a:pt x="25908" y="10668"/>
                  </a:lnTo>
                  <a:close/>
                </a:path>
                <a:path w="1259204" h="350520">
                  <a:moveTo>
                    <a:pt x="1078992" y="10668"/>
                  </a:moveTo>
                  <a:lnTo>
                    <a:pt x="25908" y="10668"/>
                  </a:lnTo>
                  <a:lnTo>
                    <a:pt x="16764" y="1524"/>
                  </a:lnTo>
                  <a:lnTo>
                    <a:pt x="1085088" y="1524"/>
                  </a:lnTo>
                  <a:lnTo>
                    <a:pt x="1092708" y="9144"/>
                  </a:lnTo>
                  <a:lnTo>
                    <a:pt x="1077468" y="9144"/>
                  </a:lnTo>
                  <a:lnTo>
                    <a:pt x="1078992" y="10668"/>
                  </a:lnTo>
                  <a:close/>
                </a:path>
                <a:path w="1259204" h="350520">
                  <a:moveTo>
                    <a:pt x="1244328" y="176004"/>
                  </a:moveTo>
                  <a:lnTo>
                    <a:pt x="1077468" y="9144"/>
                  </a:lnTo>
                  <a:lnTo>
                    <a:pt x="1082040" y="10668"/>
                  </a:lnTo>
                  <a:lnTo>
                    <a:pt x="1094232" y="10668"/>
                  </a:lnTo>
                  <a:lnTo>
                    <a:pt x="1255776" y="172212"/>
                  </a:lnTo>
                  <a:lnTo>
                    <a:pt x="1248155" y="172212"/>
                  </a:lnTo>
                  <a:lnTo>
                    <a:pt x="1244328" y="176004"/>
                  </a:lnTo>
                  <a:close/>
                </a:path>
                <a:path w="1259204" h="350520">
                  <a:moveTo>
                    <a:pt x="1094232" y="10668"/>
                  </a:moveTo>
                  <a:lnTo>
                    <a:pt x="1082040" y="10668"/>
                  </a:lnTo>
                  <a:lnTo>
                    <a:pt x="1077468" y="9144"/>
                  </a:lnTo>
                  <a:lnTo>
                    <a:pt x="1092708" y="9144"/>
                  </a:lnTo>
                  <a:lnTo>
                    <a:pt x="1094232" y="10668"/>
                  </a:lnTo>
                  <a:close/>
                </a:path>
                <a:path w="1259204" h="350520">
                  <a:moveTo>
                    <a:pt x="178307" y="179831"/>
                  </a:moveTo>
                  <a:lnTo>
                    <a:pt x="174515" y="176004"/>
                  </a:lnTo>
                  <a:lnTo>
                    <a:pt x="178307" y="172212"/>
                  </a:lnTo>
                  <a:lnTo>
                    <a:pt x="178307" y="179831"/>
                  </a:lnTo>
                  <a:close/>
                </a:path>
                <a:path w="1259204" h="350520">
                  <a:moveTo>
                    <a:pt x="185928" y="179831"/>
                  </a:moveTo>
                  <a:lnTo>
                    <a:pt x="178307" y="179831"/>
                  </a:lnTo>
                  <a:lnTo>
                    <a:pt x="178307" y="172212"/>
                  </a:lnTo>
                  <a:lnTo>
                    <a:pt x="187452" y="172212"/>
                  </a:lnTo>
                  <a:lnTo>
                    <a:pt x="190500" y="175260"/>
                  </a:lnTo>
                  <a:lnTo>
                    <a:pt x="185928" y="179831"/>
                  </a:lnTo>
                  <a:close/>
                </a:path>
                <a:path w="1259204" h="350520">
                  <a:moveTo>
                    <a:pt x="1248155" y="179831"/>
                  </a:moveTo>
                  <a:lnTo>
                    <a:pt x="1244328" y="176004"/>
                  </a:lnTo>
                  <a:lnTo>
                    <a:pt x="1248155" y="172212"/>
                  </a:lnTo>
                  <a:lnTo>
                    <a:pt x="1248155" y="179831"/>
                  </a:lnTo>
                  <a:close/>
                </a:path>
                <a:path w="1259204" h="350520">
                  <a:moveTo>
                    <a:pt x="1254252" y="179831"/>
                  </a:moveTo>
                  <a:lnTo>
                    <a:pt x="1248155" y="179831"/>
                  </a:lnTo>
                  <a:lnTo>
                    <a:pt x="1248155" y="172212"/>
                  </a:lnTo>
                  <a:lnTo>
                    <a:pt x="1255776" y="172212"/>
                  </a:lnTo>
                  <a:lnTo>
                    <a:pt x="1258824" y="175260"/>
                  </a:lnTo>
                  <a:lnTo>
                    <a:pt x="1254252" y="179831"/>
                  </a:lnTo>
                  <a:close/>
                </a:path>
                <a:path w="1259204" h="350520">
                  <a:moveTo>
                    <a:pt x="1083564" y="350520"/>
                  </a:moveTo>
                  <a:lnTo>
                    <a:pt x="0" y="350520"/>
                  </a:lnTo>
                  <a:lnTo>
                    <a:pt x="174515" y="176004"/>
                  </a:lnTo>
                  <a:lnTo>
                    <a:pt x="178307" y="179831"/>
                  </a:lnTo>
                  <a:lnTo>
                    <a:pt x="185928" y="179831"/>
                  </a:lnTo>
                  <a:lnTo>
                    <a:pt x="25907" y="339852"/>
                  </a:lnTo>
                  <a:lnTo>
                    <a:pt x="12192" y="339852"/>
                  </a:lnTo>
                  <a:lnTo>
                    <a:pt x="16764" y="348996"/>
                  </a:lnTo>
                  <a:lnTo>
                    <a:pt x="1085088" y="348996"/>
                  </a:lnTo>
                  <a:lnTo>
                    <a:pt x="1083564" y="350520"/>
                  </a:lnTo>
                  <a:close/>
                </a:path>
                <a:path w="1259204" h="350520">
                  <a:moveTo>
                    <a:pt x="1077468" y="341376"/>
                  </a:moveTo>
                  <a:lnTo>
                    <a:pt x="1244328" y="176004"/>
                  </a:lnTo>
                  <a:lnTo>
                    <a:pt x="1248155" y="179831"/>
                  </a:lnTo>
                  <a:lnTo>
                    <a:pt x="1254252" y="179831"/>
                  </a:lnTo>
                  <a:lnTo>
                    <a:pt x="1094232" y="339852"/>
                  </a:lnTo>
                  <a:lnTo>
                    <a:pt x="1082040" y="339852"/>
                  </a:lnTo>
                  <a:lnTo>
                    <a:pt x="1077468" y="341376"/>
                  </a:lnTo>
                  <a:close/>
                </a:path>
                <a:path w="1259204" h="350520">
                  <a:moveTo>
                    <a:pt x="16764" y="348996"/>
                  </a:moveTo>
                  <a:lnTo>
                    <a:pt x="12192" y="339852"/>
                  </a:lnTo>
                  <a:lnTo>
                    <a:pt x="25907" y="339852"/>
                  </a:lnTo>
                  <a:lnTo>
                    <a:pt x="16764" y="348996"/>
                  </a:lnTo>
                  <a:close/>
                </a:path>
                <a:path w="1259204" h="350520">
                  <a:moveTo>
                    <a:pt x="1085088" y="348996"/>
                  </a:moveTo>
                  <a:lnTo>
                    <a:pt x="16764" y="348996"/>
                  </a:lnTo>
                  <a:lnTo>
                    <a:pt x="25907" y="339852"/>
                  </a:lnTo>
                  <a:lnTo>
                    <a:pt x="1079005" y="339852"/>
                  </a:lnTo>
                  <a:lnTo>
                    <a:pt x="1077468" y="341376"/>
                  </a:lnTo>
                  <a:lnTo>
                    <a:pt x="1092708" y="341376"/>
                  </a:lnTo>
                  <a:lnTo>
                    <a:pt x="1085088" y="348996"/>
                  </a:lnTo>
                  <a:close/>
                </a:path>
                <a:path w="1259204" h="350520">
                  <a:moveTo>
                    <a:pt x="1092708" y="341376"/>
                  </a:moveTo>
                  <a:lnTo>
                    <a:pt x="1077468" y="341376"/>
                  </a:lnTo>
                  <a:lnTo>
                    <a:pt x="1082040" y="339852"/>
                  </a:lnTo>
                  <a:lnTo>
                    <a:pt x="1094232" y="339852"/>
                  </a:lnTo>
                  <a:lnTo>
                    <a:pt x="1092708" y="3413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962291" y="4024296"/>
            <a:ext cx="770890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11.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Send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out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weekly</a:t>
            </a:r>
            <a:r>
              <a:rPr dirty="0" sz="750" spc="-4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scrap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report</a:t>
            </a:r>
            <a:r>
              <a:rPr dirty="0" sz="750" spc="-1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to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customer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317235" y="1548383"/>
            <a:ext cx="1155700" cy="386080"/>
            <a:chOff x="5317235" y="1548383"/>
            <a:chExt cx="1155700" cy="386080"/>
          </a:xfrm>
        </p:grpSpPr>
        <p:sp>
          <p:nvSpPr>
            <p:cNvPr id="32" name="object 32"/>
            <p:cNvSpPr/>
            <p:nvPr/>
          </p:nvSpPr>
          <p:spPr>
            <a:xfrm>
              <a:off x="5329428" y="1554479"/>
              <a:ext cx="1137285" cy="375285"/>
            </a:xfrm>
            <a:custGeom>
              <a:avLst/>
              <a:gdLst/>
              <a:ahLst/>
              <a:cxnLst/>
              <a:rect l="l" t="t" r="r" b="b"/>
              <a:pathLst>
                <a:path w="1137285" h="375285">
                  <a:moveTo>
                    <a:pt x="949451" y="374904"/>
                  </a:moveTo>
                  <a:lnTo>
                    <a:pt x="0" y="374904"/>
                  </a:lnTo>
                  <a:lnTo>
                    <a:pt x="187451" y="187452"/>
                  </a:lnTo>
                  <a:lnTo>
                    <a:pt x="0" y="0"/>
                  </a:lnTo>
                  <a:lnTo>
                    <a:pt x="949451" y="0"/>
                  </a:lnTo>
                  <a:lnTo>
                    <a:pt x="1136903" y="187452"/>
                  </a:lnTo>
                  <a:lnTo>
                    <a:pt x="949451" y="374904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317235" y="1548383"/>
              <a:ext cx="1155700" cy="386080"/>
            </a:xfrm>
            <a:custGeom>
              <a:avLst/>
              <a:gdLst/>
              <a:ahLst/>
              <a:cxnLst/>
              <a:rect l="l" t="t" r="r" b="b"/>
              <a:pathLst>
                <a:path w="1155700" h="386080">
                  <a:moveTo>
                    <a:pt x="192786" y="192786"/>
                  </a:moveTo>
                  <a:lnTo>
                    <a:pt x="0" y="0"/>
                  </a:lnTo>
                  <a:lnTo>
                    <a:pt x="963168" y="0"/>
                  </a:lnTo>
                  <a:lnTo>
                    <a:pt x="964680" y="1524"/>
                  </a:lnTo>
                  <a:lnTo>
                    <a:pt x="16764" y="1524"/>
                  </a:lnTo>
                  <a:lnTo>
                    <a:pt x="12192" y="10668"/>
                  </a:lnTo>
                  <a:lnTo>
                    <a:pt x="25835" y="10668"/>
                  </a:lnTo>
                  <a:lnTo>
                    <a:pt x="202728" y="188976"/>
                  </a:lnTo>
                  <a:lnTo>
                    <a:pt x="196595" y="188976"/>
                  </a:lnTo>
                  <a:lnTo>
                    <a:pt x="192786" y="192786"/>
                  </a:lnTo>
                  <a:close/>
                </a:path>
                <a:path w="1155700" h="386080">
                  <a:moveTo>
                    <a:pt x="25835" y="10668"/>
                  </a:moveTo>
                  <a:lnTo>
                    <a:pt x="12192" y="10668"/>
                  </a:lnTo>
                  <a:lnTo>
                    <a:pt x="16764" y="1524"/>
                  </a:lnTo>
                  <a:lnTo>
                    <a:pt x="25835" y="10668"/>
                  </a:lnTo>
                  <a:close/>
                </a:path>
                <a:path w="1155700" h="386080">
                  <a:moveTo>
                    <a:pt x="958596" y="10668"/>
                  </a:moveTo>
                  <a:lnTo>
                    <a:pt x="25835" y="10668"/>
                  </a:lnTo>
                  <a:lnTo>
                    <a:pt x="16764" y="1524"/>
                  </a:lnTo>
                  <a:lnTo>
                    <a:pt x="964680" y="1524"/>
                  </a:lnTo>
                  <a:lnTo>
                    <a:pt x="972240" y="9144"/>
                  </a:lnTo>
                  <a:lnTo>
                    <a:pt x="957072" y="9144"/>
                  </a:lnTo>
                  <a:lnTo>
                    <a:pt x="958596" y="10668"/>
                  </a:lnTo>
                  <a:close/>
                </a:path>
                <a:path w="1155700" h="386080">
                  <a:moveTo>
                    <a:pt x="1140744" y="192786"/>
                  </a:moveTo>
                  <a:lnTo>
                    <a:pt x="957072" y="9144"/>
                  </a:lnTo>
                  <a:lnTo>
                    <a:pt x="961644" y="10668"/>
                  </a:lnTo>
                  <a:lnTo>
                    <a:pt x="973752" y="10668"/>
                  </a:lnTo>
                  <a:lnTo>
                    <a:pt x="1150656" y="188976"/>
                  </a:lnTo>
                  <a:lnTo>
                    <a:pt x="1144524" y="188976"/>
                  </a:lnTo>
                  <a:lnTo>
                    <a:pt x="1140744" y="192786"/>
                  </a:lnTo>
                  <a:close/>
                </a:path>
                <a:path w="1155700" h="386080">
                  <a:moveTo>
                    <a:pt x="973752" y="10668"/>
                  </a:moveTo>
                  <a:lnTo>
                    <a:pt x="961644" y="10668"/>
                  </a:lnTo>
                  <a:lnTo>
                    <a:pt x="957072" y="9144"/>
                  </a:lnTo>
                  <a:lnTo>
                    <a:pt x="972240" y="9144"/>
                  </a:lnTo>
                  <a:lnTo>
                    <a:pt x="973752" y="10668"/>
                  </a:lnTo>
                  <a:close/>
                </a:path>
                <a:path w="1155700" h="386080">
                  <a:moveTo>
                    <a:pt x="196595" y="196595"/>
                  </a:moveTo>
                  <a:lnTo>
                    <a:pt x="192786" y="192786"/>
                  </a:lnTo>
                  <a:lnTo>
                    <a:pt x="196595" y="188976"/>
                  </a:lnTo>
                  <a:lnTo>
                    <a:pt x="196595" y="196595"/>
                  </a:lnTo>
                  <a:close/>
                </a:path>
                <a:path w="1155700" h="386080">
                  <a:moveTo>
                    <a:pt x="204216" y="196595"/>
                  </a:moveTo>
                  <a:lnTo>
                    <a:pt x="196595" y="196595"/>
                  </a:lnTo>
                  <a:lnTo>
                    <a:pt x="196595" y="188976"/>
                  </a:lnTo>
                  <a:lnTo>
                    <a:pt x="202728" y="188976"/>
                  </a:lnTo>
                  <a:lnTo>
                    <a:pt x="207264" y="193548"/>
                  </a:lnTo>
                  <a:lnTo>
                    <a:pt x="204216" y="196595"/>
                  </a:lnTo>
                  <a:close/>
                </a:path>
                <a:path w="1155700" h="386080">
                  <a:moveTo>
                    <a:pt x="1144524" y="196595"/>
                  </a:moveTo>
                  <a:lnTo>
                    <a:pt x="1141476" y="193548"/>
                  </a:lnTo>
                  <a:lnTo>
                    <a:pt x="1140744" y="192786"/>
                  </a:lnTo>
                  <a:lnTo>
                    <a:pt x="1144524" y="188976"/>
                  </a:lnTo>
                  <a:lnTo>
                    <a:pt x="1144524" y="196595"/>
                  </a:lnTo>
                  <a:close/>
                </a:path>
                <a:path w="1155700" h="386080">
                  <a:moveTo>
                    <a:pt x="1152144" y="196595"/>
                  </a:moveTo>
                  <a:lnTo>
                    <a:pt x="1144524" y="196595"/>
                  </a:lnTo>
                  <a:lnTo>
                    <a:pt x="1144524" y="188976"/>
                  </a:lnTo>
                  <a:lnTo>
                    <a:pt x="1150656" y="188976"/>
                  </a:lnTo>
                  <a:lnTo>
                    <a:pt x="1155192" y="193548"/>
                  </a:lnTo>
                  <a:lnTo>
                    <a:pt x="1152144" y="196595"/>
                  </a:lnTo>
                  <a:close/>
                </a:path>
                <a:path w="1155700" h="386080">
                  <a:moveTo>
                    <a:pt x="963168" y="385572"/>
                  </a:moveTo>
                  <a:lnTo>
                    <a:pt x="0" y="385572"/>
                  </a:lnTo>
                  <a:lnTo>
                    <a:pt x="192786" y="192786"/>
                  </a:lnTo>
                  <a:lnTo>
                    <a:pt x="196595" y="196595"/>
                  </a:lnTo>
                  <a:lnTo>
                    <a:pt x="204216" y="196595"/>
                  </a:lnTo>
                  <a:lnTo>
                    <a:pt x="25907" y="374904"/>
                  </a:lnTo>
                  <a:lnTo>
                    <a:pt x="12192" y="374904"/>
                  </a:lnTo>
                  <a:lnTo>
                    <a:pt x="16764" y="384048"/>
                  </a:lnTo>
                  <a:lnTo>
                    <a:pt x="964692" y="384048"/>
                  </a:lnTo>
                  <a:lnTo>
                    <a:pt x="963168" y="385572"/>
                  </a:lnTo>
                  <a:close/>
                </a:path>
                <a:path w="1155700" h="386080">
                  <a:moveTo>
                    <a:pt x="957072" y="377952"/>
                  </a:moveTo>
                  <a:lnTo>
                    <a:pt x="1140744" y="192786"/>
                  </a:lnTo>
                  <a:lnTo>
                    <a:pt x="1141476" y="193548"/>
                  </a:lnTo>
                  <a:lnTo>
                    <a:pt x="1144524" y="196595"/>
                  </a:lnTo>
                  <a:lnTo>
                    <a:pt x="1152144" y="196595"/>
                  </a:lnTo>
                  <a:lnTo>
                    <a:pt x="973836" y="374904"/>
                  </a:lnTo>
                  <a:lnTo>
                    <a:pt x="961644" y="374904"/>
                  </a:lnTo>
                  <a:lnTo>
                    <a:pt x="957072" y="377952"/>
                  </a:lnTo>
                  <a:close/>
                </a:path>
                <a:path w="1155700" h="386080">
                  <a:moveTo>
                    <a:pt x="16764" y="384048"/>
                  </a:moveTo>
                  <a:lnTo>
                    <a:pt x="12192" y="374904"/>
                  </a:lnTo>
                  <a:lnTo>
                    <a:pt x="25907" y="374904"/>
                  </a:lnTo>
                  <a:lnTo>
                    <a:pt x="16764" y="384048"/>
                  </a:lnTo>
                  <a:close/>
                </a:path>
                <a:path w="1155700" h="386080">
                  <a:moveTo>
                    <a:pt x="964692" y="384048"/>
                  </a:moveTo>
                  <a:lnTo>
                    <a:pt x="16764" y="384048"/>
                  </a:lnTo>
                  <a:lnTo>
                    <a:pt x="25907" y="374904"/>
                  </a:lnTo>
                  <a:lnTo>
                    <a:pt x="960095" y="374904"/>
                  </a:lnTo>
                  <a:lnTo>
                    <a:pt x="957072" y="377952"/>
                  </a:lnTo>
                  <a:lnTo>
                    <a:pt x="970788" y="377952"/>
                  </a:lnTo>
                  <a:lnTo>
                    <a:pt x="964692" y="384048"/>
                  </a:lnTo>
                  <a:close/>
                </a:path>
                <a:path w="1155700" h="386080">
                  <a:moveTo>
                    <a:pt x="970788" y="377952"/>
                  </a:moveTo>
                  <a:lnTo>
                    <a:pt x="957072" y="377952"/>
                  </a:lnTo>
                  <a:lnTo>
                    <a:pt x="961644" y="374904"/>
                  </a:lnTo>
                  <a:lnTo>
                    <a:pt x="973836" y="374904"/>
                  </a:lnTo>
                  <a:lnTo>
                    <a:pt x="970788" y="377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5598597" y="1552419"/>
            <a:ext cx="598805" cy="364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47955">
              <a:lnSpc>
                <a:spcPts val="894"/>
              </a:lnSpc>
              <a:spcBef>
                <a:spcPts val="90"/>
              </a:spcBef>
            </a:pPr>
            <a:r>
              <a:rPr dirty="0" sz="750" b="1">
                <a:latin typeface="Calibri"/>
                <a:cs typeface="Calibri"/>
              </a:rPr>
              <a:t>1.</a:t>
            </a:r>
            <a:r>
              <a:rPr dirty="0" sz="750" spc="-30" b="1">
                <a:latin typeface="Calibri"/>
                <a:cs typeface="Calibri"/>
              </a:rPr>
              <a:t> </a:t>
            </a:r>
            <a:r>
              <a:rPr dirty="0" sz="750" spc="-20" b="1">
                <a:latin typeface="Calibri"/>
                <a:cs typeface="Calibri"/>
              </a:rPr>
              <a:t>FXCN</a:t>
            </a:r>
            <a:endParaRPr sz="750">
              <a:latin typeface="Calibri"/>
              <a:cs typeface="Calibri"/>
            </a:endParaRPr>
          </a:p>
          <a:p>
            <a:pPr marL="18415" marR="5080" indent="-6350">
              <a:lnSpc>
                <a:spcPts val="890"/>
              </a:lnSpc>
              <a:spcBef>
                <a:spcPts val="35"/>
              </a:spcBef>
            </a:pPr>
            <a:r>
              <a:rPr dirty="0" sz="750" b="1">
                <a:latin typeface="Calibri"/>
                <a:cs typeface="Calibri"/>
              </a:rPr>
              <a:t>suspect</a:t>
            </a:r>
            <a:r>
              <a:rPr dirty="0" sz="750" spc="-4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failure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detect </a:t>
            </a:r>
            <a:r>
              <a:rPr dirty="0" sz="750" b="1">
                <a:latin typeface="Calibri"/>
                <a:cs typeface="Calibri"/>
              </a:rPr>
              <a:t>by</a:t>
            </a:r>
            <a:r>
              <a:rPr dirty="0" sz="750" spc="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BGA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2697" y="2286997"/>
            <a:ext cx="974090" cy="36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99300"/>
              </a:lnSpc>
              <a:spcBef>
                <a:spcPts val="100"/>
              </a:spcBef>
            </a:pPr>
            <a:r>
              <a:rPr dirty="0" sz="750" b="1">
                <a:latin typeface="Arial"/>
                <a:cs typeface="Arial"/>
              </a:rPr>
              <a:t>FXCN</a:t>
            </a:r>
            <a:r>
              <a:rPr dirty="0" sz="750" spc="-50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suspect</a:t>
            </a:r>
            <a:r>
              <a:rPr dirty="0" sz="750" spc="-3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failure </a:t>
            </a:r>
            <a:r>
              <a:rPr dirty="0" sz="750" b="1">
                <a:latin typeface="Arial"/>
                <a:cs typeface="Arial"/>
              </a:rPr>
              <a:t>error</a:t>
            </a:r>
            <a:r>
              <a:rPr dirty="0" sz="750" spc="-25" b="1">
                <a:latin typeface="Arial"/>
                <a:cs typeface="Arial"/>
              </a:rPr>
              <a:t> </a:t>
            </a:r>
            <a:r>
              <a:rPr dirty="0" sz="750" b="1">
                <a:latin typeface="Arial"/>
                <a:cs typeface="Arial"/>
              </a:rPr>
              <a:t>code</a:t>
            </a:r>
            <a:r>
              <a:rPr dirty="0" sz="750" spc="-35" b="1">
                <a:latin typeface="Arial"/>
                <a:cs typeface="Arial"/>
              </a:rPr>
              <a:t> </a:t>
            </a:r>
            <a:r>
              <a:rPr dirty="0" sz="750" spc="-10" b="1">
                <a:latin typeface="Arial"/>
                <a:cs typeface="Arial"/>
              </a:rPr>
              <a:t>related BGA(SoC)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9852" y="1569719"/>
            <a:ext cx="4889500" cy="4715510"/>
            <a:chOff x="339852" y="1569719"/>
            <a:chExt cx="4889500" cy="4715510"/>
          </a:xfrm>
        </p:grpSpPr>
        <p:sp>
          <p:nvSpPr>
            <p:cNvPr id="37" name="object 37"/>
            <p:cNvSpPr/>
            <p:nvPr/>
          </p:nvSpPr>
          <p:spPr>
            <a:xfrm>
              <a:off x="5213603" y="1569719"/>
              <a:ext cx="15240" cy="4715510"/>
            </a:xfrm>
            <a:custGeom>
              <a:avLst/>
              <a:gdLst/>
              <a:ahLst/>
              <a:cxnLst/>
              <a:rect l="l" t="t" r="r" b="b"/>
              <a:pathLst>
                <a:path w="15239" h="4715510">
                  <a:moveTo>
                    <a:pt x="15240" y="4715256"/>
                  </a:moveTo>
                  <a:lnTo>
                    <a:pt x="0" y="4715256"/>
                  </a:lnTo>
                  <a:lnTo>
                    <a:pt x="0" y="0"/>
                  </a:lnTo>
                  <a:lnTo>
                    <a:pt x="15240" y="0"/>
                  </a:lnTo>
                  <a:lnTo>
                    <a:pt x="15240" y="4715256"/>
                  </a:lnTo>
                  <a:close/>
                </a:path>
              </a:pathLst>
            </a:custGeom>
            <a:solidFill>
              <a:srgbClr val="E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44424" y="5260848"/>
              <a:ext cx="1416050" cy="596265"/>
            </a:xfrm>
            <a:custGeom>
              <a:avLst/>
              <a:gdLst/>
              <a:ahLst/>
              <a:cxnLst/>
              <a:rect l="l" t="t" r="r" b="b"/>
              <a:pathLst>
                <a:path w="1416050" h="596264">
                  <a:moveTo>
                    <a:pt x="1415796" y="595883"/>
                  </a:moveTo>
                  <a:lnTo>
                    <a:pt x="0" y="595883"/>
                  </a:lnTo>
                  <a:lnTo>
                    <a:pt x="0" y="0"/>
                  </a:lnTo>
                  <a:lnTo>
                    <a:pt x="1415796" y="0"/>
                  </a:lnTo>
                  <a:lnTo>
                    <a:pt x="1415796" y="595883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39852" y="5256275"/>
              <a:ext cx="1426845" cy="607060"/>
            </a:xfrm>
            <a:custGeom>
              <a:avLst/>
              <a:gdLst/>
              <a:ahLst/>
              <a:cxnLst/>
              <a:rect l="l" t="t" r="r" b="b"/>
              <a:pathLst>
                <a:path w="1426845" h="607060">
                  <a:moveTo>
                    <a:pt x="1423416" y="606552"/>
                  </a:moveTo>
                  <a:lnTo>
                    <a:pt x="1524" y="606552"/>
                  </a:lnTo>
                  <a:lnTo>
                    <a:pt x="0" y="603504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423416" y="0"/>
                  </a:lnTo>
                  <a:lnTo>
                    <a:pt x="1426463" y="1524"/>
                  </a:lnTo>
                  <a:lnTo>
                    <a:pt x="1426463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595884"/>
                  </a:lnTo>
                  <a:lnTo>
                    <a:pt x="4572" y="595884"/>
                  </a:lnTo>
                  <a:lnTo>
                    <a:pt x="9144" y="600456"/>
                  </a:lnTo>
                  <a:lnTo>
                    <a:pt x="1426463" y="600456"/>
                  </a:lnTo>
                  <a:lnTo>
                    <a:pt x="1426463" y="603504"/>
                  </a:lnTo>
                  <a:lnTo>
                    <a:pt x="1423416" y="606552"/>
                  </a:lnTo>
                  <a:close/>
                </a:path>
                <a:path w="1426845" h="607060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1426845" h="607060">
                  <a:moveTo>
                    <a:pt x="1415796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1415796" y="4572"/>
                  </a:lnTo>
                  <a:lnTo>
                    <a:pt x="1415796" y="10668"/>
                  </a:lnTo>
                  <a:close/>
                </a:path>
                <a:path w="1426845" h="607060">
                  <a:moveTo>
                    <a:pt x="1415796" y="600456"/>
                  </a:moveTo>
                  <a:lnTo>
                    <a:pt x="1415796" y="4572"/>
                  </a:lnTo>
                  <a:lnTo>
                    <a:pt x="1420367" y="10668"/>
                  </a:lnTo>
                  <a:lnTo>
                    <a:pt x="1426463" y="10668"/>
                  </a:lnTo>
                  <a:lnTo>
                    <a:pt x="1426463" y="595884"/>
                  </a:lnTo>
                  <a:lnTo>
                    <a:pt x="1420367" y="595884"/>
                  </a:lnTo>
                  <a:lnTo>
                    <a:pt x="1415796" y="600456"/>
                  </a:lnTo>
                  <a:close/>
                </a:path>
                <a:path w="1426845" h="607060">
                  <a:moveTo>
                    <a:pt x="1426463" y="10668"/>
                  </a:moveTo>
                  <a:lnTo>
                    <a:pt x="1420367" y="10668"/>
                  </a:lnTo>
                  <a:lnTo>
                    <a:pt x="1415796" y="4572"/>
                  </a:lnTo>
                  <a:lnTo>
                    <a:pt x="1426463" y="4572"/>
                  </a:lnTo>
                  <a:lnTo>
                    <a:pt x="1426463" y="10668"/>
                  </a:lnTo>
                  <a:close/>
                </a:path>
                <a:path w="1426845" h="607060">
                  <a:moveTo>
                    <a:pt x="9144" y="600456"/>
                  </a:moveTo>
                  <a:lnTo>
                    <a:pt x="4572" y="595884"/>
                  </a:lnTo>
                  <a:lnTo>
                    <a:pt x="9144" y="595884"/>
                  </a:lnTo>
                  <a:lnTo>
                    <a:pt x="9144" y="600456"/>
                  </a:lnTo>
                  <a:close/>
                </a:path>
                <a:path w="1426845" h="607060">
                  <a:moveTo>
                    <a:pt x="1415796" y="600456"/>
                  </a:moveTo>
                  <a:lnTo>
                    <a:pt x="9144" y="600456"/>
                  </a:lnTo>
                  <a:lnTo>
                    <a:pt x="9144" y="595884"/>
                  </a:lnTo>
                  <a:lnTo>
                    <a:pt x="1415796" y="595884"/>
                  </a:lnTo>
                  <a:lnTo>
                    <a:pt x="1415796" y="600456"/>
                  </a:lnTo>
                  <a:close/>
                </a:path>
                <a:path w="1426845" h="607060">
                  <a:moveTo>
                    <a:pt x="1426463" y="600456"/>
                  </a:moveTo>
                  <a:lnTo>
                    <a:pt x="1415796" y="600456"/>
                  </a:lnTo>
                  <a:lnTo>
                    <a:pt x="1420367" y="595884"/>
                  </a:lnTo>
                  <a:lnTo>
                    <a:pt x="1426463" y="595884"/>
                  </a:lnTo>
                  <a:lnTo>
                    <a:pt x="1426463" y="6004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41429" y="5330363"/>
            <a:ext cx="1219200" cy="440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600"/>
              </a:lnSpc>
              <a:spcBef>
                <a:spcPts val="105"/>
              </a:spcBef>
            </a:pPr>
            <a:r>
              <a:rPr dirty="0" sz="900" b="1">
                <a:latin typeface="Calibri"/>
                <a:cs typeface="Calibri"/>
              </a:rPr>
              <a:t>Place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PCBA</a:t>
            </a:r>
            <a:r>
              <a:rPr dirty="0" sz="900" spc="1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into </a:t>
            </a:r>
            <a:r>
              <a:rPr dirty="0" sz="900" spc="-10" b="1">
                <a:latin typeface="Calibri"/>
                <a:cs typeface="Calibri"/>
              </a:rPr>
              <a:t>machine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and</a:t>
            </a:r>
            <a:r>
              <a:rPr dirty="0" sz="900" spc="-2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setup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temperature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parameters</a:t>
            </a:r>
            <a:r>
              <a:rPr dirty="0" sz="900" spc="-40" b="1">
                <a:latin typeface="Calibri"/>
                <a:cs typeface="Calibri"/>
              </a:rPr>
              <a:t> </a:t>
            </a:r>
            <a:r>
              <a:rPr dirty="0" sz="900" spc="-20" b="1">
                <a:latin typeface="Calibri"/>
                <a:cs typeface="Calibri"/>
              </a:rPr>
              <a:t>(RE)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013459" y="2058923"/>
            <a:ext cx="3218815" cy="2646045"/>
            <a:chOff x="1013459" y="2058923"/>
            <a:chExt cx="3218815" cy="2646045"/>
          </a:xfrm>
        </p:grpSpPr>
        <p:sp>
          <p:nvSpPr>
            <p:cNvPr id="42" name="object 42"/>
            <p:cNvSpPr/>
            <p:nvPr/>
          </p:nvSpPr>
          <p:spPr>
            <a:xfrm>
              <a:off x="1013459" y="4390643"/>
              <a:ext cx="64135" cy="314325"/>
            </a:xfrm>
            <a:custGeom>
              <a:avLst/>
              <a:gdLst/>
              <a:ahLst/>
              <a:cxnLst/>
              <a:rect l="l" t="t" r="r" b="b"/>
              <a:pathLst>
                <a:path w="64134" h="314325">
                  <a:moveTo>
                    <a:pt x="36576" y="262128"/>
                  </a:moveTo>
                  <a:lnTo>
                    <a:pt x="27432" y="262128"/>
                  </a:lnTo>
                  <a:lnTo>
                    <a:pt x="27432" y="0"/>
                  </a:lnTo>
                  <a:lnTo>
                    <a:pt x="36576" y="0"/>
                  </a:lnTo>
                  <a:lnTo>
                    <a:pt x="36576" y="262128"/>
                  </a:lnTo>
                  <a:close/>
                </a:path>
                <a:path w="64134" h="314325">
                  <a:moveTo>
                    <a:pt x="32004" y="313943"/>
                  </a:moveTo>
                  <a:lnTo>
                    <a:pt x="0" y="251460"/>
                  </a:lnTo>
                  <a:lnTo>
                    <a:pt x="27432" y="251460"/>
                  </a:lnTo>
                  <a:lnTo>
                    <a:pt x="27432" y="262128"/>
                  </a:lnTo>
                  <a:lnTo>
                    <a:pt x="58543" y="262128"/>
                  </a:lnTo>
                  <a:lnTo>
                    <a:pt x="32004" y="313943"/>
                  </a:lnTo>
                  <a:close/>
                </a:path>
                <a:path w="64134" h="314325">
                  <a:moveTo>
                    <a:pt x="58543" y="262128"/>
                  </a:moveTo>
                  <a:lnTo>
                    <a:pt x="36576" y="262128"/>
                  </a:lnTo>
                  <a:lnTo>
                    <a:pt x="36576" y="251460"/>
                  </a:lnTo>
                  <a:lnTo>
                    <a:pt x="64008" y="251460"/>
                  </a:lnTo>
                  <a:lnTo>
                    <a:pt x="58543" y="26212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766059" y="2063495"/>
              <a:ext cx="1461770" cy="315595"/>
            </a:xfrm>
            <a:custGeom>
              <a:avLst/>
              <a:gdLst/>
              <a:ahLst/>
              <a:cxnLst/>
              <a:rect l="l" t="t" r="r" b="b"/>
              <a:pathLst>
                <a:path w="1461770" h="315594">
                  <a:moveTo>
                    <a:pt x="1461516" y="315467"/>
                  </a:moveTo>
                  <a:lnTo>
                    <a:pt x="0" y="315467"/>
                  </a:lnTo>
                  <a:lnTo>
                    <a:pt x="0" y="0"/>
                  </a:lnTo>
                  <a:lnTo>
                    <a:pt x="1461516" y="0"/>
                  </a:lnTo>
                  <a:lnTo>
                    <a:pt x="1461516" y="315467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761488" y="2058923"/>
              <a:ext cx="1470660" cy="325120"/>
            </a:xfrm>
            <a:custGeom>
              <a:avLst/>
              <a:gdLst/>
              <a:ahLst/>
              <a:cxnLst/>
              <a:rect l="l" t="t" r="r" b="b"/>
              <a:pathLst>
                <a:path w="1470660" h="325119">
                  <a:moveTo>
                    <a:pt x="1469136" y="324611"/>
                  </a:moveTo>
                  <a:lnTo>
                    <a:pt x="3048" y="324611"/>
                  </a:lnTo>
                  <a:lnTo>
                    <a:pt x="0" y="323088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469136" y="0"/>
                  </a:lnTo>
                  <a:lnTo>
                    <a:pt x="1470659" y="3048"/>
                  </a:lnTo>
                  <a:lnTo>
                    <a:pt x="1470659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13944"/>
                  </a:lnTo>
                  <a:lnTo>
                    <a:pt x="4572" y="313944"/>
                  </a:lnTo>
                  <a:lnTo>
                    <a:pt x="10668" y="320040"/>
                  </a:lnTo>
                  <a:lnTo>
                    <a:pt x="1470659" y="320040"/>
                  </a:lnTo>
                  <a:lnTo>
                    <a:pt x="1470659" y="323088"/>
                  </a:lnTo>
                  <a:lnTo>
                    <a:pt x="1469136" y="324611"/>
                  </a:lnTo>
                  <a:close/>
                </a:path>
                <a:path w="1470660" h="32511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470660" h="325119">
                  <a:moveTo>
                    <a:pt x="1459992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459992" y="4572"/>
                  </a:lnTo>
                  <a:lnTo>
                    <a:pt x="1459992" y="10668"/>
                  </a:lnTo>
                  <a:close/>
                </a:path>
                <a:path w="1470660" h="325119">
                  <a:moveTo>
                    <a:pt x="1459992" y="320040"/>
                  </a:moveTo>
                  <a:lnTo>
                    <a:pt x="1459992" y="4572"/>
                  </a:lnTo>
                  <a:lnTo>
                    <a:pt x="1466088" y="10668"/>
                  </a:lnTo>
                  <a:lnTo>
                    <a:pt x="1470659" y="10668"/>
                  </a:lnTo>
                  <a:lnTo>
                    <a:pt x="1470659" y="313944"/>
                  </a:lnTo>
                  <a:lnTo>
                    <a:pt x="1466088" y="313944"/>
                  </a:lnTo>
                  <a:lnTo>
                    <a:pt x="1459992" y="320040"/>
                  </a:lnTo>
                  <a:close/>
                </a:path>
                <a:path w="1470660" h="325119">
                  <a:moveTo>
                    <a:pt x="1470659" y="10668"/>
                  </a:moveTo>
                  <a:lnTo>
                    <a:pt x="1466088" y="10668"/>
                  </a:lnTo>
                  <a:lnTo>
                    <a:pt x="1459992" y="4572"/>
                  </a:lnTo>
                  <a:lnTo>
                    <a:pt x="1470659" y="4572"/>
                  </a:lnTo>
                  <a:lnTo>
                    <a:pt x="1470659" y="10668"/>
                  </a:lnTo>
                  <a:close/>
                </a:path>
                <a:path w="1470660" h="325119">
                  <a:moveTo>
                    <a:pt x="10668" y="320040"/>
                  </a:moveTo>
                  <a:lnTo>
                    <a:pt x="4572" y="313944"/>
                  </a:lnTo>
                  <a:lnTo>
                    <a:pt x="10668" y="313944"/>
                  </a:lnTo>
                  <a:lnTo>
                    <a:pt x="10668" y="320040"/>
                  </a:lnTo>
                  <a:close/>
                </a:path>
                <a:path w="1470660" h="325119">
                  <a:moveTo>
                    <a:pt x="1459992" y="320040"/>
                  </a:moveTo>
                  <a:lnTo>
                    <a:pt x="10668" y="320040"/>
                  </a:lnTo>
                  <a:lnTo>
                    <a:pt x="10668" y="313944"/>
                  </a:lnTo>
                  <a:lnTo>
                    <a:pt x="1459992" y="313944"/>
                  </a:lnTo>
                  <a:lnTo>
                    <a:pt x="1459992" y="320040"/>
                  </a:lnTo>
                  <a:close/>
                </a:path>
                <a:path w="1470660" h="325119">
                  <a:moveTo>
                    <a:pt x="1470659" y="320040"/>
                  </a:moveTo>
                  <a:lnTo>
                    <a:pt x="1459992" y="320040"/>
                  </a:lnTo>
                  <a:lnTo>
                    <a:pt x="1466088" y="313944"/>
                  </a:lnTo>
                  <a:lnTo>
                    <a:pt x="1470659" y="313944"/>
                  </a:lnTo>
                  <a:lnTo>
                    <a:pt x="1470659" y="320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2892032" y="2061422"/>
            <a:ext cx="1207770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860" marR="5080" indent="-391795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Remove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BGA, Clean </a:t>
            </a:r>
            <a:r>
              <a:rPr dirty="0" sz="900" spc="-25" b="1">
                <a:latin typeface="Calibri"/>
                <a:cs typeface="Calibri"/>
              </a:rPr>
              <a:t>BGA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Pad</a:t>
            </a:r>
            <a:r>
              <a:rPr dirty="0" sz="900" spc="-5" b="1">
                <a:latin typeface="Calibri"/>
                <a:cs typeface="Calibri"/>
              </a:rPr>
              <a:t> </a:t>
            </a:r>
            <a:r>
              <a:rPr dirty="0" sz="900" spc="-20" b="1">
                <a:latin typeface="Calibri"/>
                <a:cs typeface="Calibri"/>
              </a:rPr>
              <a:t>(RE)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763011" y="2378963"/>
            <a:ext cx="1469390" cy="1341120"/>
            <a:chOff x="2763011" y="2378963"/>
            <a:chExt cx="1469390" cy="1341120"/>
          </a:xfrm>
        </p:grpSpPr>
        <p:sp>
          <p:nvSpPr>
            <p:cNvPr id="47" name="object 47"/>
            <p:cNvSpPr/>
            <p:nvPr/>
          </p:nvSpPr>
          <p:spPr>
            <a:xfrm>
              <a:off x="3468624" y="2378963"/>
              <a:ext cx="62865" cy="388620"/>
            </a:xfrm>
            <a:custGeom>
              <a:avLst/>
              <a:gdLst/>
              <a:ahLst/>
              <a:cxnLst/>
              <a:rect l="l" t="t" r="r" b="b"/>
              <a:pathLst>
                <a:path w="62864" h="388619">
                  <a:moveTo>
                    <a:pt x="25819" y="325506"/>
                  </a:moveTo>
                  <a:lnTo>
                    <a:pt x="22860" y="0"/>
                  </a:lnTo>
                  <a:lnTo>
                    <a:pt x="33528" y="0"/>
                  </a:lnTo>
                  <a:lnTo>
                    <a:pt x="36479" y="324612"/>
                  </a:lnTo>
                  <a:lnTo>
                    <a:pt x="36484" y="325246"/>
                  </a:lnTo>
                  <a:lnTo>
                    <a:pt x="25819" y="325506"/>
                  </a:lnTo>
                  <a:close/>
                </a:path>
                <a:path w="62864" h="388619">
                  <a:moveTo>
                    <a:pt x="57404" y="335280"/>
                  </a:moveTo>
                  <a:lnTo>
                    <a:pt x="36576" y="335280"/>
                  </a:lnTo>
                  <a:lnTo>
                    <a:pt x="36484" y="325246"/>
                  </a:lnTo>
                  <a:lnTo>
                    <a:pt x="62484" y="324612"/>
                  </a:lnTo>
                  <a:lnTo>
                    <a:pt x="57404" y="335280"/>
                  </a:lnTo>
                  <a:close/>
                </a:path>
                <a:path w="62864" h="388619">
                  <a:moveTo>
                    <a:pt x="36576" y="335280"/>
                  </a:moveTo>
                  <a:lnTo>
                    <a:pt x="25908" y="335280"/>
                  </a:lnTo>
                  <a:lnTo>
                    <a:pt x="25819" y="325506"/>
                  </a:lnTo>
                  <a:lnTo>
                    <a:pt x="36484" y="325246"/>
                  </a:lnTo>
                  <a:lnTo>
                    <a:pt x="36576" y="335280"/>
                  </a:lnTo>
                  <a:close/>
                </a:path>
                <a:path w="62864" h="388619">
                  <a:moveTo>
                    <a:pt x="32004" y="388620"/>
                  </a:moveTo>
                  <a:lnTo>
                    <a:pt x="0" y="326136"/>
                  </a:lnTo>
                  <a:lnTo>
                    <a:pt x="25819" y="325506"/>
                  </a:lnTo>
                  <a:lnTo>
                    <a:pt x="25908" y="335280"/>
                  </a:lnTo>
                  <a:lnTo>
                    <a:pt x="57404" y="335280"/>
                  </a:lnTo>
                  <a:lnTo>
                    <a:pt x="32004" y="38862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769108" y="3400043"/>
              <a:ext cx="1458595" cy="315595"/>
            </a:xfrm>
            <a:custGeom>
              <a:avLst/>
              <a:gdLst/>
              <a:ahLst/>
              <a:cxnLst/>
              <a:rect l="l" t="t" r="r" b="b"/>
              <a:pathLst>
                <a:path w="1458595" h="315595">
                  <a:moveTo>
                    <a:pt x="1458467" y="315467"/>
                  </a:moveTo>
                  <a:lnTo>
                    <a:pt x="0" y="315467"/>
                  </a:lnTo>
                  <a:lnTo>
                    <a:pt x="0" y="0"/>
                  </a:lnTo>
                  <a:lnTo>
                    <a:pt x="1458467" y="0"/>
                  </a:lnTo>
                  <a:lnTo>
                    <a:pt x="1458467" y="315467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763011" y="3395471"/>
              <a:ext cx="1469390" cy="325120"/>
            </a:xfrm>
            <a:custGeom>
              <a:avLst/>
              <a:gdLst/>
              <a:ahLst/>
              <a:cxnLst/>
              <a:rect l="l" t="t" r="r" b="b"/>
              <a:pathLst>
                <a:path w="1469389" h="325120">
                  <a:moveTo>
                    <a:pt x="1467612" y="324611"/>
                  </a:moveTo>
                  <a:lnTo>
                    <a:pt x="3048" y="324611"/>
                  </a:lnTo>
                  <a:lnTo>
                    <a:pt x="0" y="323088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467612" y="0"/>
                  </a:lnTo>
                  <a:lnTo>
                    <a:pt x="1469136" y="3048"/>
                  </a:lnTo>
                  <a:lnTo>
                    <a:pt x="1469136" y="4572"/>
                  </a:lnTo>
                  <a:lnTo>
                    <a:pt x="10668" y="4572"/>
                  </a:lnTo>
                  <a:lnTo>
                    <a:pt x="6096" y="10668"/>
                  </a:lnTo>
                  <a:lnTo>
                    <a:pt x="10668" y="10668"/>
                  </a:lnTo>
                  <a:lnTo>
                    <a:pt x="10668" y="313944"/>
                  </a:lnTo>
                  <a:lnTo>
                    <a:pt x="6096" y="313944"/>
                  </a:lnTo>
                  <a:lnTo>
                    <a:pt x="10668" y="320040"/>
                  </a:lnTo>
                  <a:lnTo>
                    <a:pt x="1469136" y="320040"/>
                  </a:lnTo>
                  <a:lnTo>
                    <a:pt x="1469136" y="323088"/>
                  </a:lnTo>
                  <a:lnTo>
                    <a:pt x="1467612" y="324611"/>
                  </a:lnTo>
                  <a:close/>
                </a:path>
                <a:path w="1469389" h="325120">
                  <a:moveTo>
                    <a:pt x="10668" y="10668"/>
                  </a:moveTo>
                  <a:lnTo>
                    <a:pt x="6096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469389" h="325120">
                  <a:moveTo>
                    <a:pt x="1458467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458467" y="4572"/>
                  </a:lnTo>
                  <a:lnTo>
                    <a:pt x="1458467" y="10668"/>
                  </a:lnTo>
                  <a:close/>
                </a:path>
                <a:path w="1469389" h="325120">
                  <a:moveTo>
                    <a:pt x="1458467" y="320040"/>
                  </a:moveTo>
                  <a:lnTo>
                    <a:pt x="1458467" y="4572"/>
                  </a:lnTo>
                  <a:lnTo>
                    <a:pt x="1464563" y="10668"/>
                  </a:lnTo>
                  <a:lnTo>
                    <a:pt x="1469136" y="10668"/>
                  </a:lnTo>
                  <a:lnTo>
                    <a:pt x="1469136" y="313944"/>
                  </a:lnTo>
                  <a:lnTo>
                    <a:pt x="1464563" y="313944"/>
                  </a:lnTo>
                  <a:lnTo>
                    <a:pt x="1458467" y="320040"/>
                  </a:lnTo>
                  <a:close/>
                </a:path>
                <a:path w="1469389" h="325120">
                  <a:moveTo>
                    <a:pt x="1469136" y="10668"/>
                  </a:moveTo>
                  <a:lnTo>
                    <a:pt x="1464563" y="10668"/>
                  </a:lnTo>
                  <a:lnTo>
                    <a:pt x="1458467" y="4572"/>
                  </a:lnTo>
                  <a:lnTo>
                    <a:pt x="1469136" y="4572"/>
                  </a:lnTo>
                  <a:lnTo>
                    <a:pt x="1469136" y="10668"/>
                  </a:lnTo>
                  <a:close/>
                </a:path>
                <a:path w="1469389" h="325120">
                  <a:moveTo>
                    <a:pt x="10668" y="320040"/>
                  </a:moveTo>
                  <a:lnTo>
                    <a:pt x="6096" y="313944"/>
                  </a:lnTo>
                  <a:lnTo>
                    <a:pt x="10668" y="313944"/>
                  </a:lnTo>
                  <a:lnTo>
                    <a:pt x="10668" y="320040"/>
                  </a:lnTo>
                  <a:close/>
                </a:path>
                <a:path w="1469389" h="325120">
                  <a:moveTo>
                    <a:pt x="1458467" y="320040"/>
                  </a:moveTo>
                  <a:lnTo>
                    <a:pt x="10668" y="320040"/>
                  </a:lnTo>
                  <a:lnTo>
                    <a:pt x="10668" y="313944"/>
                  </a:lnTo>
                  <a:lnTo>
                    <a:pt x="1458467" y="313944"/>
                  </a:lnTo>
                  <a:lnTo>
                    <a:pt x="1458467" y="320040"/>
                  </a:lnTo>
                  <a:close/>
                </a:path>
                <a:path w="1469389" h="325120">
                  <a:moveTo>
                    <a:pt x="1469136" y="320040"/>
                  </a:moveTo>
                  <a:lnTo>
                    <a:pt x="1458467" y="320040"/>
                  </a:lnTo>
                  <a:lnTo>
                    <a:pt x="1464563" y="313944"/>
                  </a:lnTo>
                  <a:lnTo>
                    <a:pt x="1469136" y="313944"/>
                  </a:lnTo>
                  <a:lnTo>
                    <a:pt x="1469136" y="320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2831067" y="3397965"/>
            <a:ext cx="1334770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6195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Place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New</a:t>
            </a:r>
            <a:r>
              <a:rPr dirty="0" sz="900" spc="1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BGA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into </a:t>
            </a:r>
            <a:r>
              <a:rPr dirty="0" sz="900" spc="-20" b="1">
                <a:latin typeface="Calibri"/>
                <a:cs typeface="Calibri"/>
              </a:rPr>
              <a:t>PCBA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and</a:t>
            </a:r>
            <a:r>
              <a:rPr dirty="0" sz="900" spc="-2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Solder</a:t>
            </a:r>
            <a:r>
              <a:rPr dirty="0" sz="900" spc="-2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by</a:t>
            </a:r>
            <a:r>
              <a:rPr dirty="0" sz="900" spc="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machine</a:t>
            </a:r>
            <a:r>
              <a:rPr dirty="0" sz="900" spc="-30" b="1">
                <a:latin typeface="Calibri"/>
                <a:cs typeface="Calibri"/>
              </a:rPr>
              <a:t> </a:t>
            </a:r>
            <a:r>
              <a:rPr dirty="0" sz="900" spc="-20" b="1">
                <a:latin typeface="Calibri"/>
                <a:cs typeface="Calibri"/>
              </a:rPr>
              <a:t>(RE)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572511" y="3867911"/>
            <a:ext cx="1842770" cy="702945"/>
            <a:chOff x="2572511" y="3867911"/>
            <a:chExt cx="1842770" cy="702945"/>
          </a:xfrm>
        </p:grpSpPr>
        <p:sp>
          <p:nvSpPr>
            <p:cNvPr id="52" name="object 52"/>
            <p:cNvSpPr/>
            <p:nvPr/>
          </p:nvSpPr>
          <p:spPr>
            <a:xfrm>
              <a:off x="2578607" y="3874008"/>
              <a:ext cx="1831975" cy="692150"/>
            </a:xfrm>
            <a:custGeom>
              <a:avLst/>
              <a:gdLst/>
              <a:ahLst/>
              <a:cxnLst/>
              <a:rect l="l" t="t" r="r" b="b"/>
              <a:pathLst>
                <a:path w="1831975" h="692150">
                  <a:moveTo>
                    <a:pt x="915924" y="691895"/>
                  </a:moveTo>
                  <a:lnTo>
                    <a:pt x="0" y="345948"/>
                  </a:lnTo>
                  <a:lnTo>
                    <a:pt x="915924" y="0"/>
                  </a:lnTo>
                  <a:lnTo>
                    <a:pt x="1831848" y="345948"/>
                  </a:lnTo>
                  <a:lnTo>
                    <a:pt x="915924" y="691895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572511" y="3867911"/>
              <a:ext cx="1842770" cy="702945"/>
            </a:xfrm>
            <a:custGeom>
              <a:avLst/>
              <a:gdLst/>
              <a:ahLst/>
              <a:cxnLst/>
              <a:rect l="l" t="t" r="r" b="b"/>
              <a:pathLst>
                <a:path w="1842770" h="702945">
                  <a:moveTo>
                    <a:pt x="923544" y="702564"/>
                  </a:moveTo>
                  <a:lnTo>
                    <a:pt x="920496" y="702564"/>
                  </a:lnTo>
                  <a:lnTo>
                    <a:pt x="4572" y="356616"/>
                  </a:lnTo>
                  <a:lnTo>
                    <a:pt x="1524" y="355092"/>
                  </a:lnTo>
                  <a:lnTo>
                    <a:pt x="0" y="353568"/>
                  </a:lnTo>
                  <a:lnTo>
                    <a:pt x="0" y="348996"/>
                  </a:lnTo>
                  <a:lnTo>
                    <a:pt x="1524" y="347472"/>
                  </a:lnTo>
                  <a:lnTo>
                    <a:pt x="4572" y="345948"/>
                  </a:lnTo>
                  <a:lnTo>
                    <a:pt x="920496" y="1524"/>
                  </a:lnTo>
                  <a:lnTo>
                    <a:pt x="920496" y="0"/>
                  </a:lnTo>
                  <a:lnTo>
                    <a:pt x="922020" y="0"/>
                  </a:lnTo>
                  <a:lnTo>
                    <a:pt x="923544" y="1524"/>
                  </a:lnTo>
                  <a:lnTo>
                    <a:pt x="947860" y="10667"/>
                  </a:lnTo>
                  <a:lnTo>
                    <a:pt x="920496" y="10667"/>
                  </a:lnTo>
                  <a:lnTo>
                    <a:pt x="922020" y="11243"/>
                  </a:lnTo>
                  <a:lnTo>
                    <a:pt x="35864" y="345948"/>
                  </a:lnTo>
                  <a:lnTo>
                    <a:pt x="7620" y="345948"/>
                  </a:lnTo>
                  <a:lnTo>
                    <a:pt x="7620" y="356616"/>
                  </a:lnTo>
                  <a:lnTo>
                    <a:pt x="35864" y="356616"/>
                  </a:lnTo>
                  <a:lnTo>
                    <a:pt x="922020" y="691320"/>
                  </a:lnTo>
                  <a:lnTo>
                    <a:pt x="920496" y="691896"/>
                  </a:lnTo>
                  <a:lnTo>
                    <a:pt x="951788" y="691896"/>
                  </a:lnTo>
                  <a:lnTo>
                    <a:pt x="923544" y="702564"/>
                  </a:lnTo>
                  <a:close/>
                </a:path>
                <a:path w="1842770" h="702945">
                  <a:moveTo>
                    <a:pt x="922020" y="11243"/>
                  </a:moveTo>
                  <a:lnTo>
                    <a:pt x="920496" y="10667"/>
                  </a:lnTo>
                  <a:lnTo>
                    <a:pt x="923544" y="10667"/>
                  </a:lnTo>
                  <a:lnTo>
                    <a:pt x="922020" y="11243"/>
                  </a:lnTo>
                  <a:close/>
                </a:path>
                <a:path w="1842770" h="702945">
                  <a:moveTo>
                    <a:pt x="1822297" y="351282"/>
                  </a:moveTo>
                  <a:lnTo>
                    <a:pt x="922020" y="11243"/>
                  </a:lnTo>
                  <a:lnTo>
                    <a:pt x="923544" y="10667"/>
                  </a:lnTo>
                  <a:lnTo>
                    <a:pt x="947860" y="10667"/>
                  </a:lnTo>
                  <a:lnTo>
                    <a:pt x="1839468" y="345948"/>
                  </a:lnTo>
                  <a:lnTo>
                    <a:pt x="1836420" y="345948"/>
                  </a:lnTo>
                  <a:lnTo>
                    <a:pt x="1822297" y="351282"/>
                  </a:lnTo>
                  <a:close/>
                </a:path>
                <a:path w="1842770" h="702945">
                  <a:moveTo>
                    <a:pt x="7620" y="356616"/>
                  </a:moveTo>
                  <a:lnTo>
                    <a:pt x="7620" y="345948"/>
                  </a:lnTo>
                  <a:lnTo>
                    <a:pt x="21742" y="351282"/>
                  </a:lnTo>
                  <a:lnTo>
                    <a:pt x="7620" y="356616"/>
                  </a:lnTo>
                  <a:close/>
                </a:path>
                <a:path w="1842770" h="702945">
                  <a:moveTo>
                    <a:pt x="21742" y="351282"/>
                  </a:moveTo>
                  <a:lnTo>
                    <a:pt x="7620" y="345948"/>
                  </a:lnTo>
                  <a:lnTo>
                    <a:pt x="35864" y="345948"/>
                  </a:lnTo>
                  <a:lnTo>
                    <a:pt x="21742" y="351282"/>
                  </a:lnTo>
                  <a:close/>
                </a:path>
                <a:path w="1842770" h="702945">
                  <a:moveTo>
                    <a:pt x="1836420" y="356616"/>
                  </a:moveTo>
                  <a:lnTo>
                    <a:pt x="1822297" y="351282"/>
                  </a:lnTo>
                  <a:lnTo>
                    <a:pt x="1836420" y="345948"/>
                  </a:lnTo>
                  <a:lnTo>
                    <a:pt x="1836420" y="356616"/>
                  </a:lnTo>
                  <a:close/>
                </a:path>
                <a:path w="1842770" h="702945">
                  <a:moveTo>
                    <a:pt x="1839468" y="356616"/>
                  </a:moveTo>
                  <a:lnTo>
                    <a:pt x="1836420" y="356616"/>
                  </a:lnTo>
                  <a:lnTo>
                    <a:pt x="1836420" y="345948"/>
                  </a:lnTo>
                  <a:lnTo>
                    <a:pt x="1839468" y="345948"/>
                  </a:lnTo>
                  <a:lnTo>
                    <a:pt x="1842516" y="348996"/>
                  </a:lnTo>
                  <a:lnTo>
                    <a:pt x="1842516" y="353568"/>
                  </a:lnTo>
                  <a:lnTo>
                    <a:pt x="1839468" y="356616"/>
                  </a:lnTo>
                  <a:close/>
                </a:path>
                <a:path w="1842770" h="702945">
                  <a:moveTo>
                    <a:pt x="35864" y="356616"/>
                  </a:moveTo>
                  <a:lnTo>
                    <a:pt x="7620" y="356616"/>
                  </a:lnTo>
                  <a:lnTo>
                    <a:pt x="21742" y="351282"/>
                  </a:lnTo>
                  <a:lnTo>
                    <a:pt x="35864" y="356616"/>
                  </a:lnTo>
                  <a:close/>
                </a:path>
                <a:path w="1842770" h="702945">
                  <a:moveTo>
                    <a:pt x="951788" y="691896"/>
                  </a:moveTo>
                  <a:lnTo>
                    <a:pt x="923544" y="691896"/>
                  </a:lnTo>
                  <a:lnTo>
                    <a:pt x="922020" y="691320"/>
                  </a:lnTo>
                  <a:lnTo>
                    <a:pt x="1822297" y="351282"/>
                  </a:lnTo>
                  <a:lnTo>
                    <a:pt x="1836420" y="356616"/>
                  </a:lnTo>
                  <a:lnTo>
                    <a:pt x="1839468" y="356616"/>
                  </a:lnTo>
                  <a:lnTo>
                    <a:pt x="951788" y="691896"/>
                  </a:lnTo>
                  <a:close/>
                </a:path>
                <a:path w="1842770" h="702945">
                  <a:moveTo>
                    <a:pt x="923544" y="691896"/>
                  </a:moveTo>
                  <a:lnTo>
                    <a:pt x="920496" y="691896"/>
                  </a:lnTo>
                  <a:lnTo>
                    <a:pt x="922020" y="691320"/>
                  </a:lnTo>
                  <a:lnTo>
                    <a:pt x="923544" y="6918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3099303" y="4059380"/>
            <a:ext cx="785495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4470" marR="5080" indent="-192405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Measure,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X-</a:t>
            </a:r>
            <a:r>
              <a:rPr dirty="0" sz="900" spc="-20" b="1">
                <a:latin typeface="Calibri"/>
                <a:cs typeface="Calibri"/>
              </a:rPr>
              <a:t>ray,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ICT,</a:t>
            </a:r>
            <a:r>
              <a:rPr dirty="0" sz="900" spc="-5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FCT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767583" y="3715511"/>
            <a:ext cx="1481455" cy="1483360"/>
            <a:chOff x="2767583" y="3715511"/>
            <a:chExt cx="1481455" cy="1483360"/>
          </a:xfrm>
        </p:grpSpPr>
        <p:sp>
          <p:nvSpPr>
            <p:cNvPr id="56" name="object 56"/>
            <p:cNvSpPr/>
            <p:nvPr/>
          </p:nvSpPr>
          <p:spPr>
            <a:xfrm>
              <a:off x="3467099" y="3715511"/>
              <a:ext cx="62865" cy="158750"/>
            </a:xfrm>
            <a:custGeom>
              <a:avLst/>
              <a:gdLst/>
              <a:ahLst/>
              <a:cxnLst/>
              <a:rect l="l" t="t" r="r" b="b"/>
              <a:pathLst>
                <a:path w="62864" h="158750">
                  <a:moveTo>
                    <a:pt x="36576" y="105156"/>
                  </a:moveTo>
                  <a:lnTo>
                    <a:pt x="25908" y="105156"/>
                  </a:lnTo>
                  <a:lnTo>
                    <a:pt x="25908" y="0"/>
                  </a:lnTo>
                  <a:lnTo>
                    <a:pt x="36576" y="0"/>
                  </a:lnTo>
                  <a:lnTo>
                    <a:pt x="36576" y="105156"/>
                  </a:lnTo>
                  <a:close/>
                </a:path>
                <a:path w="62864" h="158750">
                  <a:moveTo>
                    <a:pt x="30480" y="158495"/>
                  </a:moveTo>
                  <a:lnTo>
                    <a:pt x="0" y="96012"/>
                  </a:lnTo>
                  <a:lnTo>
                    <a:pt x="25908" y="96012"/>
                  </a:lnTo>
                  <a:lnTo>
                    <a:pt x="25908" y="105156"/>
                  </a:lnTo>
                  <a:lnTo>
                    <a:pt x="57800" y="105156"/>
                  </a:lnTo>
                  <a:lnTo>
                    <a:pt x="30480" y="158495"/>
                  </a:lnTo>
                  <a:close/>
                </a:path>
                <a:path w="62864" h="158750">
                  <a:moveTo>
                    <a:pt x="57800" y="105156"/>
                  </a:moveTo>
                  <a:lnTo>
                    <a:pt x="36576" y="105156"/>
                  </a:lnTo>
                  <a:lnTo>
                    <a:pt x="36576" y="96012"/>
                  </a:lnTo>
                  <a:lnTo>
                    <a:pt x="62484" y="96012"/>
                  </a:lnTo>
                  <a:lnTo>
                    <a:pt x="57800" y="10515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773680" y="4730496"/>
              <a:ext cx="1470660" cy="463550"/>
            </a:xfrm>
            <a:custGeom>
              <a:avLst/>
              <a:gdLst/>
              <a:ahLst/>
              <a:cxnLst/>
              <a:rect l="l" t="t" r="r" b="b"/>
              <a:pathLst>
                <a:path w="1470660" h="463550">
                  <a:moveTo>
                    <a:pt x="1470659" y="463296"/>
                  </a:moveTo>
                  <a:lnTo>
                    <a:pt x="0" y="463296"/>
                  </a:lnTo>
                  <a:lnTo>
                    <a:pt x="0" y="0"/>
                  </a:lnTo>
                  <a:lnTo>
                    <a:pt x="1470659" y="0"/>
                  </a:lnTo>
                  <a:lnTo>
                    <a:pt x="1470659" y="463296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767583" y="4725924"/>
              <a:ext cx="1481455" cy="472440"/>
            </a:xfrm>
            <a:custGeom>
              <a:avLst/>
              <a:gdLst/>
              <a:ahLst/>
              <a:cxnLst/>
              <a:rect l="l" t="t" r="r" b="b"/>
              <a:pathLst>
                <a:path w="1481454" h="472439">
                  <a:moveTo>
                    <a:pt x="1479804" y="472440"/>
                  </a:moveTo>
                  <a:lnTo>
                    <a:pt x="3048" y="472440"/>
                  </a:lnTo>
                  <a:lnTo>
                    <a:pt x="0" y="470916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1479804" y="0"/>
                  </a:lnTo>
                  <a:lnTo>
                    <a:pt x="1481328" y="1524"/>
                  </a:lnTo>
                  <a:lnTo>
                    <a:pt x="1481328" y="4572"/>
                  </a:lnTo>
                  <a:lnTo>
                    <a:pt x="10668" y="4572"/>
                  </a:lnTo>
                  <a:lnTo>
                    <a:pt x="6096" y="10668"/>
                  </a:lnTo>
                  <a:lnTo>
                    <a:pt x="10668" y="10668"/>
                  </a:lnTo>
                  <a:lnTo>
                    <a:pt x="10668" y="463296"/>
                  </a:lnTo>
                  <a:lnTo>
                    <a:pt x="6096" y="463296"/>
                  </a:lnTo>
                  <a:lnTo>
                    <a:pt x="10668" y="467868"/>
                  </a:lnTo>
                  <a:lnTo>
                    <a:pt x="1481328" y="467868"/>
                  </a:lnTo>
                  <a:lnTo>
                    <a:pt x="1481328" y="470916"/>
                  </a:lnTo>
                  <a:lnTo>
                    <a:pt x="1479804" y="472440"/>
                  </a:lnTo>
                  <a:close/>
                </a:path>
                <a:path w="1481454" h="472439">
                  <a:moveTo>
                    <a:pt x="10668" y="10668"/>
                  </a:moveTo>
                  <a:lnTo>
                    <a:pt x="6096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481454" h="472439">
                  <a:moveTo>
                    <a:pt x="1470659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470659" y="4572"/>
                  </a:lnTo>
                  <a:lnTo>
                    <a:pt x="1470659" y="10668"/>
                  </a:lnTo>
                  <a:close/>
                </a:path>
                <a:path w="1481454" h="472439">
                  <a:moveTo>
                    <a:pt x="1470659" y="467868"/>
                  </a:moveTo>
                  <a:lnTo>
                    <a:pt x="1470659" y="4572"/>
                  </a:lnTo>
                  <a:lnTo>
                    <a:pt x="1476755" y="10668"/>
                  </a:lnTo>
                  <a:lnTo>
                    <a:pt x="1481328" y="10668"/>
                  </a:lnTo>
                  <a:lnTo>
                    <a:pt x="1481328" y="463296"/>
                  </a:lnTo>
                  <a:lnTo>
                    <a:pt x="1476755" y="463296"/>
                  </a:lnTo>
                  <a:lnTo>
                    <a:pt x="1470659" y="467868"/>
                  </a:lnTo>
                  <a:close/>
                </a:path>
                <a:path w="1481454" h="472439">
                  <a:moveTo>
                    <a:pt x="1481328" y="10668"/>
                  </a:moveTo>
                  <a:lnTo>
                    <a:pt x="1476755" y="10668"/>
                  </a:lnTo>
                  <a:lnTo>
                    <a:pt x="1470659" y="4572"/>
                  </a:lnTo>
                  <a:lnTo>
                    <a:pt x="1481328" y="4572"/>
                  </a:lnTo>
                  <a:lnTo>
                    <a:pt x="1481328" y="10668"/>
                  </a:lnTo>
                  <a:close/>
                </a:path>
                <a:path w="1481454" h="472439">
                  <a:moveTo>
                    <a:pt x="10668" y="467868"/>
                  </a:moveTo>
                  <a:lnTo>
                    <a:pt x="6096" y="463296"/>
                  </a:lnTo>
                  <a:lnTo>
                    <a:pt x="10668" y="463296"/>
                  </a:lnTo>
                  <a:lnTo>
                    <a:pt x="10668" y="467868"/>
                  </a:lnTo>
                  <a:close/>
                </a:path>
                <a:path w="1481454" h="472439">
                  <a:moveTo>
                    <a:pt x="1470659" y="467868"/>
                  </a:moveTo>
                  <a:lnTo>
                    <a:pt x="10668" y="467868"/>
                  </a:lnTo>
                  <a:lnTo>
                    <a:pt x="10668" y="463296"/>
                  </a:lnTo>
                  <a:lnTo>
                    <a:pt x="1470659" y="463296"/>
                  </a:lnTo>
                  <a:lnTo>
                    <a:pt x="1470659" y="467868"/>
                  </a:lnTo>
                  <a:close/>
                </a:path>
                <a:path w="1481454" h="472439">
                  <a:moveTo>
                    <a:pt x="1481328" y="467868"/>
                  </a:moveTo>
                  <a:lnTo>
                    <a:pt x="1470659" y="467868"/>
                  </a:lnTo>
                  <a:lnTo>
                    <a:pt x="1476755" y="463296"/>
                  </a:lnTo>
                  <a:lnTo>
                    <a:pt x="1481328" y="463296"/>
                  </a:lnTo>
                  <a:lnTo>
                    <a:pt x="1481328" y="467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2930093" y="4803102"/>
            <a:ext cx="1153795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620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Summary</a:t>
            </a:r>
            <a:r>
              <a:rPr dirty="0" sz="900" spc="-2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Scrap</a:t>
            </a:r>
            <a:r>
              <a:rPr dirty="0" sz="900" spc="-5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weekly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report</a:t>
            </a:r>
            <a:r>
              <a:rPr dirty="0" sz="900" spc="-3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to</a:t>
            </a:r>
            <a:r>
              <a:rPr dirty="0" sz="900" spc="-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customer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spc="-20" b="1">
                <a:latin typeface="Calibri"/>
                <a:cs typeface="Calibri"/>
              </a:rPr>
              <a:t>(RE)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45947" y="4700016"/>
            <a:ext cx="3183890" cy="605155"/>
            <a:chOff x="345947" y="4700016"/>
            <a:chExt cx="3183890" cy="605155"/>
          </a:xfrm>
        </p:grpSpPr>
        <p:sp>
          <p:nvSpPr>
            <p:cNvPr id="61" name="object 61"/>
            <p:cNvSpPr/>
            <p:nvPr/>
          </p:nvSpPr>
          <p:spPr>
            <a:xfrm>
              <a:off x="3467099" y="5193792"/>
              <a:ext cx="62865" cy="111760"/>
            </a:xfrm>
            <a:custGeom>
              <a:avLst/>
              <a:gdLst/>
              <a:ahLst/>
              <a:cxnLst/>
              <a:rect l="l" t="t" r="r" b="b"/>
              <a:pathLst>
                <a:path w="62864" h="111760">
                  <a:moveTo>
                    <a:pt x="36576" y="57912"/>
                  </a:moveTo>
                  <a:lnTo>
                    <a:pt x="25908" y="57912"/>
                  </a:lnTo>
                  <a:lnTo>
                    <a:pt x="25908" y="0"/>
                  </a:lnTo>
                  <a:lnTo>
                    <a:pt x="36576" y="0"/>
                  </a:lnTo>
                  <a:lnTo>
                    <a:pt x="36576" y="57912"/>
                  </a:lnTo>
                  <a:close/>
                </a:path>
                <a:path w="62864" h="111760">
                  <a:moveTo>
                    <a:pt x="30480" y="111252"/>
                  </a:moveTo>
                  <a:lnTo>
                    <a:pt x="0" y="47244"/>
                  </a:lnTo>
                  <a:lnTo>
                    <a:pt x="25908" y="47244"/>
                  </a:lnTo>
                  <a:lnTo>
                    <a:pt x="25908" y="57912"/>
                  </a:lnTo>
                  <a:lnTo>
                    <a:pt x="57150" y="57912"/>
                  </a:lnTo>
                  <a:lnTo>
                    <a:pt x="30480" y="111252"/>
                  </a:lnTo>
                  <a:close/>
                </a:path>
                <a:path w="62864" h="111760">
                  <a:moveTo>
                    <a:pt x="57150" y="57912"/>
                  </a:moveTo>
                  <a:lnTo>
                    <a:pt x="36576" y="57912"/>
                  </a:lnTo>
                  <a:lnTo>
                    <a:pt x="36576" y="47244"/>
                  </a:lnTo>
                  <a:lnTo>
                    <a:pt x="62484" y="47244"/>
                  </a:lnTo>
                  <a:lnTo>
                    <a:pt x="57150" y="5791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52043" y="4704588"/>
              <a:ext cx="1386840" cy="314325"/>
            </a:xfrm>
            <a:custGeom>
              <a:avLst/>
              <a:gdLst/>
              <a:ahLst/>
              <a:cxnLst/>
              <a:rect l="l" t="t" r="r" b="b"/>
              <a:pathLst>
                <a:path w="1386839" h="314325">
                  <a:moveTo>
                    <a:pt x="1386839" y="313943"/>
                  </a:moveTo>
                  <a:lnTo>
                    <a:pt x="0" y="313943"/>
                  </a:lnTo>
                  <a:lnTo>
                    <a:pt x="0" y="0"/>
                  </a:lnTo>
                  <a:lnTo>
                    <a:pt x="1386839" y="0"/>
                  </a:lnTo>
                  <a:lnTo>
                    <a:pt x="1386839" y="313943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45947" y="4700016"/>
              <a:ext cx="1399540" cy="325120"/>
            </a:xfrm>
            <a:custGeom>
              <a:avLst/>
              <a:gdLst/>
              <a:ahLst/>
              <a:cxnLst/>
              <a:rect l="l" t="t" r="r" b="b"/>
              <a:pathLst>
                <a:path w="1399539" h="325120">
                  <a:moveTo>
                    <a:pt x="1395984" y="324611"/>
                  </a:moveTo>
                  <a:lnTo>
                    <a:pt x="3048" y="324611"/>
                  </a:lnTo>
                  <a:lnTo>
                    <a:pt x="0" y="321564"/>
                  </a:lnTo>
                  <a:lnTo>
                    <a:pt x="0" y="1524"/>
                  </a:lnTo>
                  <a:lnTo>
                    <a:pt x="3048" y="0"/>
                  </a:lnTo>
                  <a:lnTo>
                    <a:pt x="1395984" y="0"/>
                  </a:lnTo>
                  <a:lnTo>
                    <a:pt x="1399032" y="1524"/>
                  </a:lnTo>
                  <a:lnTo>
                    <a:pt x="1399032" y="4572"/>
                  </a:ln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lnTo>
                    <a:pt x="10668" y="313944"/>
                  </a:lnTo>
                  <a:lnTo>
                    <a:pt x="6096" y="313944"/>
                  </a:lnTo>
                  <a:lnTo>
                    <a:pt x="10668" y="318515"/>
                  </a:lnTo>
                  <a:lnTo>
                    <a:pt x="1399032" y="318515"/>
                  </a:lnTo>
                  <a:lnTo>
                    <a:pt x="1399032" y="321564"/>
                  </a:lnTo>
                  <a:lnTo>
                    <a:pt x="1395984" y="324611"/>
                  </a:lnTo>
                  <a:close/>
                </a:path>
                <a:path w="1399539" h="325120">
                  <a:moveTo>
                    <a:pt x="10668" y="9144"/>
                  </a:move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1399539" h="325120">
                  <a:moveTo>
                    <a:pt x="1388363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1388363" y="4572"/>
                  </a:lnTo>
                  <a:lnTo>
                    <a:pt x="1388363" y="9144"/>
                  </a:lnTo>
                  <a:close/>
                </a:path>
                <a:path w="1399539" h="325120">
                  <a:moveTo>
                    <a:pt x="1388363" y="318515"/>
                  </a:moveTo>
                  <a:lnTo>
                    <a:pt x="1388363" y="4572"/>
                  </a:lnTo>
                  <a:lnTo>
                    <a:pt x="1392936" y="9144"/>
                  </a:lnTo>
                  <a:lnTo>
                    <a:pt x="1399032" y="9144"/>
                  </a:lnTo>
                  <a:lnTo>
                    <a:pt x="1399032" y="313944"/>
                  </a:lnTo>
                  <a:lnTo>
                    <a:pt x="1392936" y="313944"/>
                  </a:lnTo>
                  <a:lnTo>
                    <a:pt x="1388363" y="318515"/>
                  </a:lnTo>
                  <a:close/>
                </a:path>
                <a:path w="1399539" h="325120">
                  <a:moveTo>
                    <a:pt x="1399032" y="9144"/>
                  </a:moveTo>
                  <a:lnTo>
                    <a:pt x="1392936" y="9144"/>
                  </a:lnTo>
                  <a:lnTo>
                    <a:pt x="1388363" y="4572"/>
                  </a:lnTo>
                  <a:lnTo>
                    <a:pt x="1399032" y="4572"/>
                  </a:lnTo>
                  <a:lnTo>
                    <a:pt x="1399032" y="9144"/>
                  </a:lnTo>
                  <a:close/>
                </a:path>
                <a:path w="1399539" h="325120">
                  <a:moveTo>
                    <a:pt x="10668" y="318515"/>
                  </a:moveTo>
                  <a:lnTo>
                    <a:pt x="6096" y="313944"/>
                  </a:lnTo>
                  <a:lnTo>
                    <a:pt x="10668" y="313944"/>
                  </a:lnTo>
                  <a:lnTo>
                    <a:pt x="10668" y="318515"/>
                  </a:lnTo>
                  <a:close/>
                </a:path>
                <a:path w="1399539" h="325120">
                  <a:moveTo>
                    <a:pt x="1388363" y="318515"/>
                  </a:moveTo>
                  <a:lnTo>
                    <a:pt x="10668" y="318515"/>
                  </a:lnTo>
                  <a:lnTo>
                    <a:pt x="10668" y="313944"/>
                  </a:lnTo>
                  <a:lnTo>
                    <a:pt x="1388363" y="313944"/>
                  </a:lnTo>
                  <a:lnTo>
                    <a:pt x="1388363" y="318515"/>
                  </a:lnTo>
                  <a:close/>
                </a:path>
                <a:path w="1399539" h="325120">
                  <a:moveTo>
                    <a:pt x="1399032" y="318515"/>
                  </a:moveTo>
                  <a:lnTo>
                    <a:pt x="1388363" y="318515"/>
                  </a:lnTo>
                  <a:lnTo>
                    <a:pt x="1392936" y="313944"/>
                  </a:lnTo>
                  <a:lnTo>
                    <a:pt x="1399032" y="313944"/>
                  </a:lnTo>
                  <a:lnTo>
                    <a:pt x="1399032" y="3185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496287" y="4702506"/>
            <a:ext cx="1096645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860" marR="5080" indent="-137795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Inspecting</a:t>
            </a:r>
            <a:r>
              <a:rPr dirty="0" sz="900" spc="-30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component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after</a:t>
            </a:r>
            <a:r>
              <a:rPr dirty="0" sz="900" spc="-2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baking</a:t>
            </a:r>
            <a:r>
              <a:rPr dirty="0" sz="900" spc="-20" b="1">
                <a:latin typeface="Calibri"/>
                <a:cs typeface="Calibri"/>
              </a:rPr>
              <a:t> (RE)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019555" y="4029455"/>
            <a:ext cx="5546090" cy="1231900"/>
            <a:chOff x="1019555" y="4029455"/>
            <a:chExt cx="5546090" cy="1231900"/>
          </a:xfrm>
        </p:grpSpPr>
        <p:sp>
          <p:nvSpPr>
            <p:cNvPr id="66" name="object 66"/>
            <p:cNvSpPr/>
            <p:nvPr/>
          </p:nvSpPr>
          <p:spPr>
            <a:xfrm>
              <a:off x="1019555" y="5018531"/>
              <a:ext cx="62865" cy="242570"/>
            </a:xfrm>
            <a:custGeom>
              <a:avLst/>
              <a:gdLst/>
              <a:ahLst/>
              <a:cxnLst/>
              <a:rect l="l" t="t" r="r" b="b"/>
              <a:pathLst>
                <a:path w="62865" h="242570">
                  <a:moveTo>
                    <a:pt x="25673" y="180729"/>
                  </a:moveTo>
                  <a:lnTo>
                    <a:pt x="21336" y="0"/>
                  </a:lnTo>
                  <a:lnTo>
                    <a:pt x="30480" y="0"/>
                  </a:lnTo>
                  <a:lnTo>
                    <a:pt x="36234" y="179831"/>
                  </a:lnTo>
                  <a:lnTo>
                    <a:pt x="36255" y="180471"/>
                  </a:lnTo>
                  <a:lnTo>
                    <a:pt x="25673" y="180729"/>
                  </a:lnTo>
                  <a:close/>
                </a:path>
                <a:path w="62865" h="242570">
                  <a:moveTo>
                    <a:pt x="57540" y="190500"/>
                  </a:moveTo>
                  <a:lnTo>
                    <a:pt x="36576" y="190500"/>
                  </a:lnTo>
                  <a:lnTo>
                    <a:pt x="36283" y="181356"/>
                  </a:lnTo>
                  <a:lnTo>
                    <a:pt x="36255" y="180471"/>
                  </a:lnTo>
                  <a:lnTo>
                    <a:pt x="62484" y="179831"/>
                  </a:lnTo>
                  <a:lnTo>
                    <a:pt x="57540" y="190500"/>
                  </a:lnTo>
                  <a:close/>
                </a:path>
                <a:path w="62865" h="242570">
                  <a:moveTo>
                    <a:pt x="36576" y="190500"/>
                  </a:moveTo>
                  <a:lnTo>
                    <a:pt x="25908" y="190500"/>
                  </a:lnTo>
                  <a:lnTo>
                    <a:pt x="25688" y="181356"/>
                  </a:lnTo>
                  <a:lnTo>
                    <a:pt x="25673" y="180729"/>
                  </a:lnTo>
                  <a:lnTo>
                    <a:pt x="36255" y="180471"/>
                  </a:lnTo>
                  <a:lnTo>
                    <a:pt x="36576" y="190500"/>
                  </a:lnTo>
                  <a:close/>
                </a:path>
                <a:path w="62865" h="242570">
                  <a:moveTo>
                    <a:pt x="33528" y="242316"/>
                  </a:moveTo>
                  <a:lnTo>
                    <a:pt x="0" y="181356"/>
                  </a:lnTo>
                  <a:lnTo>
                    <a:pt x="25673" y="180729"/>
                  </a:lnTo>
                  <a:lnTo>
                    <a:pt x="25908" y="190500"/>
                  </a:lnTo>
                  <a:lnTo>
                    <a:pt x="57540" y="190500"/>
                  </a:lnTo>
                  <a:lnTo>
                    <a:pt x="33528" y="24231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337048" y="4034027"/>
              <a:ext cx="1221105" cy="340360"/>
            </a:xfrm>
            <a:custGeom>
              <a:avLst/>
              <a:gdLst/>
              <a:ahLst/>
              <a:cxnLst/>
              <a:rect l="l" t="t" r="r" b="b"/>
              <a:pathLst>
                <a:path w="1221104" h="340360">
                  <a:moveTo>
                    <a:pt x="1051559" y="339852"/>
                  </a:moveTo>
                  <a:lnTo>
                    <a:pt x="0" y="339852"/>
                  </a:lnTo>
                  <a:lnTo>
                    <a:pt x="169164" y="169164"/>
                  </a:lnTo>
                  <a:lnTo>
                    <a:pt x="0" y="0"/>
                  </a:lnTo>
                  <a:lnTo>
                    <a:pt x="1051559" y="0"/>
                  </a:lnTo>
                  <a:lnTo>
                    <a:pt x="1220723" y="169164"/>
                  </a:lnTo>
                  <a:lnTo>
                    <a:pt x="1051559" y="339852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324855" y="4029455"/>
              <a:ext cx="1240790" cy="349250"/>
            </a:xfrm>
            <a:custGeom>
              <a:avLst/>
              <a:gdLst/>
              <a:ahLst/>
              <a:cxnLst/>
              <a:rect l="l" t="t" r="r" b="b"/>
              <a:pathLst>
                <a:path w="1240790" h="349250">
                  <a:moveTo>
                    <a:pt x="174498" y="174498"/>
                  </a:moveTo>
                  <a:lnTo>
                    <a:pt x="0" y="0"/>
                  </a:lnTo>
                  <a:lnTo>
                    <a:pt x="1065275" y="0"/>
                  </a:lnTo>
                  <a:lnTo>
                    <a:pt x="1066813" y="1524"/>
                  </a:lnTo>
                  <a:lnTo>
                    <a:pt x="15240" y="1524"/>
                  </a:lnTo>
                  <a:lnTo>
                    <a:pt x="12192" y="10668"/>
                  </a:lnTo>
                  <a:lnTo>
                    <a:pt x="24464" y="10668"/>
                  </a:lnTo>
                  <a:lnTo>
                    <a:pt x="185901" y="170688"/>
                  </a:lnTo>
                  <a:lnTo>
                    <a:pt x="178307" y="170688"/>
                  </a:lnTo>
                  <a:lnTo>
                    <a:pt x="174498" y="174498"/>
                  </a:lnTo>
                  <a:close/>
                </a:path>
                <a:path w="1240790" h="349250">
                  <a:moveTo>
                    <a:pt x="24464" y="10668"/>
                  </a:moveTo>
                  <a:lnTo>
                    <a:pt x="12192" y="10668"/>
                  </a:lnTo>
                  <a:lnTo>
                    <a:pt x="15240" y="1524"/>
                  </a:lnTo>
                  <a:lnTo>
                    <a:pt x="24464" y="10668"/>
                  </a:lnTo>
                  <a:close/>
                </a:path>
                <a:path w="1240790" h="349250">
                  <a:moveTo>
                    <a:pt x="1060717" y="10668"/>
                  </a:moveTo>
                  <a:lnTo>
                    <a:pt x="24464" y="10668"/>
                  </a:lnTo>
                  <a:lnTo>
                    <a:pt x="15240" y="1524"/>
                  </a:lnTo>
                  <a:lnTo>
                    <a:pt x="1066813" y="1524"/>
                  </a:lnTo>
                  <a:lnTo>
                    <a:pt x="1074500" y="9144"/>
                  </a:lnTo>
                  <a:lnTo>
                    <a:pt x="1059180" y="9144"/>
                  </a:lnTo>
                  <a:lnTo>
                    <a:pt x="1060717" y="10668"/>
                  </a:lnTo>
                  <a:close/>
                </a:path>
                <a:path w="1240790" h="349250">
                  <a:moveTo>
                    <a:pt x="1226023" y="174498"/>
                  </a:moveTo>
                  <a:lnTo>
                    <a:pt x="1059180" y="9144"/>
                  </a:lnTo>
                  <a:lnTo>
                    <a:pt x="1063752" y="10668"/>
                  </a:lnTo>
                  <a:lnTo>
                    <a:pt x="1076037" y="10668"/>
                  </a:lnTo>
                  <a:lnTo>
                    <a:pt x="1237461" y="170688"/>
                  </a:lnTo>
                  <a:lnTo>
                    <a:pt x="1229867" y="170688"/>
                  </a:lnTo>
                  <a:lnTo>
                    <a:pt x="1226023" y="174498"/>
                  </a:lnTo>
                  <a:close/>
                </a:path>
                <a:path w="1240790" h="349250">
                  <a:moveTo>
                    <a:pt x="1076037" y="10668"/>
                  </a:moveTo>
                  <a:lnTo>
                    <a:pt x="1063752" y="10668"/>
                  </a:lnTo>
                  <a:lnTo>
                    <a:pt x="1059180" y="9144"/>
                  </a:lnTo>
                  <a:lnTo>
                    <a:pt x="1074500" y="9144"/>
                  </a:lnTo>
                  <a:lnTo>
                    <a:pt x="1076037" y="10668"/>
                  </a:lnTo>
                  <a:close/>
                </a:path>
                <a:path w="1240790" h="349250">
                  <a:moveTo>
                    <a:pt x="178307" y="178307"/>
                  </a:moveTo>
                  <a:lnTo>
                    <a:pt x="174498" y="174498"/>
                  </a:lnTo>
                  <a:lnTo>
                    <a:pt x="178307" y="170688"/>
                  </a:lnTo>
                  <a:lnTo>
                    <a:pt x="178307" y="178307"/>
                  </a:lnTo>
                  <a:close/>
                </a:path>
                <a:path w="1240790" h="349250">
                  <a:moveTo>
                    <a:pt x="184404" y="178307"/>
                  </a:moveTo>
                  <a:lnTo>
                    <a:pt x="178307" y="178307"/>
                  </a:lnTo>
                  <a:lnTo>
                    <a:pt x="178307" y="170688"/>
                  </a:lnTo>
                  <a:lnTo>
                    <a:pt x="185901" y="170688"/>
                  </a:lnTo>
                  <a:lnTo>
                    <a:pt x="188976" y="173736"/>
                  </a:lnTo>
                  <a:lnTo>
                    <a:pt x="184404" y="178307"/>
                  </a:lnTo>
                  <a:close/>
                </a:path>
                <a:path w="1240790" h="349250">
                  <a:moveTo>
                    <a:pt x="1229867" y="178307"/>
                  </a:moveTo>
                  <a:lnTo>
                    <a:pt x="1226023" y="174498"/>
                  </a:lnTo>
                  <a:lnTo>
                    <a:pt x="1229867" y="170688"/>
                  </a:lnTo>
                  <a:lnTo>
                    <a:pt x="1229867" y="178307"/>
                  </a:lnTo>
                  <a:close/>
                </a:path>
                <a:path w="1240790" h="349250">
                  <a:moveTo>
                    <a:pt x="1235964" y="178307"/>
                  </a:moveTo>
                  <a:lnTo>
                    <a:pt x="1229867" y="178307"/>
                  </a:lnTo>
                  <a:lnTo>
                    <a:pt x="1229867" y="170688"/>
                  </a:lnTo>
                  <a:lnTo>
                    <a:pt x="1237461" y="170688"/>
                  </a:lnTo>
                  <a:lnTo>
                    <a:pt x="1240536" y="173736"/>
                  </a:lnTo>
                  <a:lnTo>
                    <a:pt x="1235964" y="178307"/>
                  </a:lnTo>
                  <a:close/>
                </a:path>
                <a:path w="1240790" h="349250">
                  <a:moveTo>
                    <a:pt x="1065275" y="348996"/>
                  </a:moveTo>
                  <a:lnTo>
                    <a:pt x="0" y="348996"/>
                  </a:lnTo>
                  <a:lnTo>
                    <a:pt x="174498" y="174498"/>
                  </a:lnTo>
                  <a:lnTo>
                    <a:pt x="178307" y="178307"/>
                  </a:lnTo>
                  <a:lnTo>
                    <a:pt x="184404" y="178307"/>
                  </a:lnTo>
                  <a:lnTo>
                    <a:pt x="24384" y="338328"/>
                  </a:lnTo>
                  <a:lnTo>
                    <a:pt x="12192" y="338328"/>
                  </a:lnTo>
                  <a:lnTo>
                    <a:pt x="15240" y="347472"/>
                  </a:lnTo>
                  <a:lnTo>
                    <a:pt x="1066799" y="347472"/>
                  </a:lnTo>
                  <a:lnTo>
                    <a:pt x="1065275" y="348996"/>
                  </a:lnTo>
                  <a:close/>
                </a:path>
                <a:path w="1240790" h="349250">
                  <a:moveTo>
                    <a:pt x="1059180" y="339852"/>
                  </a:moveTo>
                  <a:lnTo>
                    <a:pt x="1226023" y="174498"/>
                  </a:lnTo>
                  <a:lnTo>
                    <a:pt x="1229867" y="178307"/>
                  </a:lnTo>
                  <a:lnTo>
                    <a:pt x="1235964" y="178307"/>
                  </a:lnTo>
                  <a:lnTo>
                    <a:pt x="1075943" y="338328"/>
                  </a:lnTo>
                  <a:lnTo>
                    <a:pt x="1063752" y="338328"/>
                  </a:lnTo>
                  <a:lnTo>
                    <a:pt x="1059180" y="339852"/>
                  </a:lnTo>
                  <a:close/>
                </a:path>
                <a:path w="1240790" h="349250">
                  <a:moveTo>
                    <a:pt x="15240" y="347472"/>
                  </a:moveTo>
                  <a:lnTo>
                    <a:pt x="12192" y="338328"/>
                  </a:lnTo>
                  <a:lnTo>
                    <a:pt x="24384" y="338328"/>
                  </a:lnTo>
                  <a:lnTo>
                    <a:pt x="15240" y="347472"/>
                  </a:lnTo>
                  <a:close/>
                </a:path>
                <a:path w="1240790" h="349250">
                  <a:moveTo>
                    <a:pt x="1066799" y="347472"/>
                  </a:moveTo>
                  <a:lnTo>
                    <a:pt x="15240" y="347472"/>
                  </a:lnTo>
                  <a:lnTo>
                    <a:pt x="24384" y="338328"/>
                  </a:lnTo>
                  <a:lnTo>
                    <a:pt x="1060717" y="338328"/>
                  </a:lnTo>
                  <a:lnTo>
                    <a:pt x="1059180" y="339852"/>
                  </a:lnTo>
                  <a:lnTo>
                    <a:pt x="1074419" y="339852"/>
                  </a:lnTo>
                  <a:lnTo>
                    <a:pt x="1066799" y="347472"/>
                  </a:lnTo>
                  <a:close/>
                </a:path>
                <a:path w="1240790" h="349250">
                  <a:moveTo>
                    <a:pt x="1074419" y="339852"/>
                  </a:moveTo>
                  <a:lnTo>
                    <a:pt x="1059180" y="339852"/>
                  </a:lnTo>
                  <a:lnTo>
                    <a:pt x="1063752" y="338328"/>
                  </a:lnTo>
                  <a:lnTo>
                    <a:pt x="1075943" y="338328"/>
                  </a:lnTo>
                  <a:lnTo>
                    <a:pt x="1074419" y="339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5575702" y="4015156"/>
            <a:ext cx="742315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91440" marR="22860" indent="-62865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9.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Place</a:t>
            </a:r>
            <a:r>
              <a:rPr dirty="0" sz="750" spc="-3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new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BGA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into</a:t>
            </a:r>
            <a:r>
              <a:rPr dirty="0" sz="750" spc="-10" b="1">
                <a:latin typeface="Calibri"/>
                <a:cs typeface="Calibri"/>
              </a:rPr>
              <a:t> PCBA</a:t>
            </a:r>
            <a:r>
              <a:rPr dirty="0" sz="750" spc="-25" b="1">
                <a:latin typeface="Calibri"/>
                <a:cs typeface="Calibri"/>
              </a:rPr>
              <a:t> and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ts val="860"/>
              </a:lnSpc>
            </a:pPr>
            <a:r>
              <a:rPr dirty="0" sz="750" b="1">
                <a:latin typeface="Calibri"/>
                <a:cs typeface="Calibri"/>
              </a:rPr>
              <a:t>solder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by</a:t>
            </a:r>
            <a:r>
              <a:rPr dirty="0" sz="750" spc="-2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machine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767583" y="2066544"/>
            <a:ext cx="7157084" cy="3020695"/>
            <a:chOff x="2767583" y="2066544"/>
            <a:chExt cx="7157084" cy="3020695"/>
          </a:xfrm>
        </p:grpSpPr>
        <p:pic>
          <p:nvPicPr>
            <p:cNvPr id="71" name="object 7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8544" y="4405884"/>
              <a:ext cx="1036319" cy="67360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5071" y="4428743"/>
              <a:ext cx="1037843" cy="650747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807451" y="4421124"/>
              <a:ext cx="1053465" cy="666115"/>
            </a:xfrm>
            <a:custGeom>
              <a:avLst/>
              <a:gdLst/>
              <a:ahLst/>
              <a:cxnLst/>
              <a:rect l="l" t="t" r="r" b="b"/>
              <a:pathLst>
                <a:path w="1053465" h="666114">
                  <a:moveTo>
                    <a:pt x="1051560" y="665988"/>
                  </a:moveTo>
                  <a:lnTo>
                    <a:pt x="1524" y="665988"/>
                  </a:lnTo>
                  <a:lnTo>
                    <a:pt x="0" y="664464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051560" y="0"/>
                  </a:lnTo>
                  <a:lnTo>
                    <a:pt x="1053084" y="1524"/>
                  </a:lnTo>
                  <a:lnTo>
                    <a:pt x="1053084" y="3048"/>
                  </a:lnTo>
                  <a:lnTo>
                    <a:pt x="7620" y="3048"/>
                  </a:lnTo>
                  <a:lnTo>
                    <a:pt x="3048" y="7620"/>
                  </a:lnTo>
                  <a:lnTo>
                    <a:pt x="7620" y="7620"/>
                  </a:lnTo>
                  <a:lnTo>
                    <a:pt x="7620" y="658368"/>
                  </a:lnTo>
                  <a:lnTo>
                    <a:pt x="3048" y="658368"/>
                  </a:lnTo>
                  <a:lnTo>
                    <a:pt x="7620" y="661416"/>
                  </a:lnTo>
                  <a:lnTo>
                    <a:pt x="1053084" y="661416"/>
                  </a:lnTo>
                  <a:lnTo>
                    <a:pt x="1053084" y="664464"/>
                  </a:lnTo>
                  <a:lnTo>
                    <a:pt x="1051560" y="665988"/>
                  </a:lnTo>
                  <a:close/>
                </a:path>
                <a:path w="1053465" h="666114">
                  <a:moveTo>
                    <a:pt x="7620" y="7620"/>
                  </a:moveTo>
                  <a:lnTo>
                    <a:pt x="3048" y="7620"/>
                  </a:lnTo>
                  <a:lnTo>
                    <a:pt x="7620" y="3048"/>
                  </a:lnTo>
                  <a:lnTo>
                    <a:pt x="7620" y="7620"/>
                  </a:lnTo>
                  <a:close/>
                </a:path>
                <a:path w="1053465" h="666114">
                  <a:moveTo>
                    <a:pt x="1045464" y="7620"/>
                  </a:moveTo>
                  <a:lnTo>
                    <a:pt x="7620" y="7620"/>
                  </a:lnTo>
                  <a:lnTo>
                    <a:pt x="7620" y="3048"/>
                  </a:lnTo>
                  <a:lnTo>
                    <a:pt x="1045464" y="3048"/>
                  </a:lnTo>
                  <a:lnTo>
                    <a:pt x="1045464" y="7620"/>
                  </a:lnTo>
                  <a:close/>
                </a:path>
                <a:path w="1053465" h="666114">
                  <a:moveTo>
                    <a:pt x="1045464" y="661416"/>
                  </a:moveTo>
                  <a:lnTo>
                    <a:pt x="1045464" y="3048"/>
                  </a:lnTo>
                  <a:lnTo>
                    <a:pt x="1048512" y="7620"/>
                  </a:lnTo>
                  <a:lnTo>
                    <a:pt x="1053084" y="7620"/>
                  </a:lnTo>
                  <a:lnTo>
                    <a:pt x="1053084" y="658368"/>
                  </a:lnTo>
                  <a:lnTo>
                    <a:pt x="1048512" y="658368"/>
                  </a:lnTo>
                  <a:lnTo>
                    <a:pt x="1045464" y="661416"/>
                  </a:lnTo>
                  <a:close/>
                </a:path>
                <a:path w="1053465" h="666114">
                  <a:moveTo>
                    <a:pt x="1053084" y="7620"/>
                  </a:moveTo>
                  <a:lnTo>
                    <a:pt x="1048512" y="7620"/>
                  </a:lnTo>
                  <a:lnTo>
                    <a:pt x="1045464" y="3048"/>
                  </a:lnTo>
                  <a:lnTo>
                    <a:pt x="1053084" y="3048"/>
                  </a:lnTo>
                  <a:lnTo>
                    <a:pt x="1053084" y="7620"/>
                  </a:lnTo>
                  <a:close/>
                </a:path>
                <a:path w="1053465" h="666114">
                  <a:moveTo>
                    <a:pt x="7620" y="661416"/>
                  </a:moveTo>
                  <a:lnTo>
                    <a:pt x="3048" y="658368"/>
                  </a:lnTo>
                  <a:lnTo>
                    <a:pt x="7620" y="658368"/>
                  </a:lnTo>
                  <a:lnTo>
                    <a:pt x="7620" y="661416"/>
                  </a:lnTo>
                  <a:close/>
                </a:path>
                <a:path w="1053465" h="666114">
                  <a:moveTo>
                    <a:pt x="1045464" y="661416"/>
                  </a:moveTo>
                  <a:lnTo>
                    <a:pt x="7620" y="661416"/>
                  </a:lnTo>
                  <a:lnTo>
                    <a:pt x="7620" y="658368"/>
                  </a:lnTo>
                  <a:lnTo>
                    <a:pt x="1045464" y="658368"/>
                  </a:lnTo>
                  <a:lnTo>
                    <a:pt x="1045464" y="661416"/>
                  </a:lnTo>
                  <a:close/>
                </a:path>
                <a:path w="1053465" h="666114">
                  <a:moveTo>
                    <a:pt x="1053084" y="661416"/>
                  </a:moveTo>
                  <a:lnTo>
                    <a:pt x="1045464" y="661416"/>
                  </a:lnTo>
                  <a:lnTo>
                    <a:pt x="1048512" y="658368"/>
                  </a:lnTo>
                  <a:lnTo>
                    <a:pt x="1053084" y="658368"/>
                  </a:lnTo>
                  <a:lnTo>
                    <a:pt x="1053084" y="661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8176" y="4433316"/>
              <a:ext cx="896112" cy="637031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8383" y="2066544"/>
              <a:ext cx="1048512" cy="673607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2773680" y="2767583"/>
              <a:ext cx="1454150" cy="314325"/>
            </a:xfrm>
            <a:custGeom>
              <a:avLst/>
              <a:gdLst/>
              <a:ahLst/>
              <a:cxnLst/>
              <a:rect l="l" t="t" r="r" b="b"/>
              <a:pathLst>
                <a:path w="1454150" h="314325">
                  <a:moveTo>
                    <a:pt x="1453895" y="313943"/>
                  </a:moveTo>
                  <a:lnTo>
                    <a:pt x="0" y="313943"/>
                  </a:lnTo>
                  <a:lnTo>
                    <a:pt x="0" y="0"/>
                  </a:lnTo>
                  <a:lnTo>
                    <a:pt x="1453895" y="0"/>
                  </a:lnTo>
                  <a:lnTo>
                    <a:pt x="1453895" y="313943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767583" y="2761487"/>
              <a:ext cx="1464945" cy="326390"/>
            </a:xfrm>
            <a:custGeom>
              <a:avLst/>
              <a:gdLst/>
              <a:ahLst/>
              <a:cxnLst/>
              <a:rect l="l" t="t" r="r" b="b"/>
              <a:pathLst>
                <a:path w="1464945" h="326389">
                  <a:moveTo>
                    <a:pt x="1463040" y="326135"/>
                  </a:moveTo>
                  <a:lnTo>
                    <a:pt x="3048" y="326135"/>
                  </a:lnTo>
                  <a:lnTo>
                    <a:pt x="0" y="323088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463040" y="0"/>
                  </a:lnTo>
                  <a:lnTo>
                    <a:pt x="1464563" y="3048"/>
                  </a:lnTo>
                  <a:lnTo>
                    <a:pt x="1464563" y="6096"/>
                  </a:lnTo>
                  <a:lnTo>
                    <a:pt x="10668" y="6096"/>
                  </a:lnTo>
                  <a:lnTo>
                    <a:pt x="6096" y="10668"/>
                  </a:lnTo>
                  <a:lnTo>
                    <a:pt x="10668" y="10668"/>
                  </a:lnTo>
                  <a:lnTo>
                    <a:pt x="10668" y="315468"/>
                  </a:lnTo>
                  <a:lnTo>
                    <a:pt x="6096" y="315468"/>
                  </a:lnTo>
                  <a:lnTo>
                    <a:pt x="10668" y="320040"/>
                  </a:lnTo>
                  <a:lnTo>
                    <a:pt x="1464563" y="320040"/>
                  </a:lnTo>
                  <a:lnTo>
                    <a:pt x="1464563" y="323088"/>
                  </a:lnTo>
                  <a:lnTo>
                    <a:pt x="1463040" y="326135"/>
                  </a:lnTo>
                  <a:close/>
                </a:path>
                <a:path w="1464945" h="326389">
                  <a:moveTo>
                    <a:pt x="10668" y="10668"/>
                  </a:moveTo>
                  <a:lnTo>
                    <a:pt x="6096" y="10668"/>
                  </a:lnTo>
                  <a:lnTo>
                    <a:pt x="10668" y="6096"/>
                  </a:lnTo>
                  <a:lnTo>
                    <a:pt x="10668" y="10668"/>
                  </a:lnTo>
                  <a:close/>
                </a:path>
                <a:path w="1464945" h="326389">
                  <a:moveTo>
                    <a:pt x="1453896" y="10668"/>
                  </a:moveTo>
                  <a:lnTo>
                    <a:pt x="10668" y="10668"/>
                  </a:lnTo>
                  <a:lnTo>
                    <a:pt x="10668" y="6096"/>
                  </a:lnTo>
                  <a:lnTo>
                    <a:pt x="1453896" y="6096"/>
                  </a:lnTo>
                  <a:lnTo>
                    <a:pt x="1453896" y="10668"/>
                  </a:lnTo>
                  <a:close/>
                </a:path>
                <a:path w="1464945" h="326389">
                  <a:moveTo>
                    <a:pt x="1453896" y="320040"/>
                  </a:moveTo>
                  <a:lnTo>
                    <a:pt x="1453896" y="6096"/>
                  </a:lnTo>
                  <a:lnTo>
                    <a:pt x="1459992" y="10668"/>
                  </a:lnTo>
                  <a:lnTo>
                    <a:pt x="1464563" y="10668"/>
                  </a:lnTo>
                  <a:lnTo>
                    <a:pt x="1464563" y="315468"/>
                  </a:lnTo>
                  <a:lnTo>
                    <a:pt x="1459992" y="315468"/>
                  </a:lnTo>
                  <a:lnTo>
                    <a:pt x="1453896" y="320040"/>
                  </a:lnTo>
                  <a:close/>
                </a:path>
                <a:path w="1464945" h="326389">
                  <a:moveTo>
                    <a:pt x="1464563" y="10668"/>
                  </a:moveTo>
                  <a:lnTo>
                    <a:pt x="1459992" y="10668"/>
                  </a:lnTo>
                  <a:lnTo>
                    <a:pt x="1453896" y="6096"/>
                  </a:lnTo>
                  <a:lnTo>
                    <a:pt x="1464563" y="6096"/>
                  </a:lnTo>
                  <a:lnTo>
                    <a:pt x="1464563" y="10668"/>
                  </a:lnTo>
                  <a:close/>
                </a:path>
                <a:path w="1464945" h="326389">
                  <a:moveTo>
                    <a:pt x="10668" y="320040"/>
                  </a:moveTo>
                  <a:lnTo>
                    <a:pt x="6096" y="315468"/>
                  </a:lnTo>
                  <a:lnTo>
                    <a:pt x="10668" y="315468"/>
                  </a:lnTo>
                  <a:lnTo>
                    <a:pt x="10668" y="320040"/>
                  </a:lnTo>
                  <a:close/>
                </a:path>
                <a:path w="1464945" h="326389">
                  <a:moveTo>
                    <a:pt x="1453896" y="320040"/>
                  </a:moveTo>
                  <a:lnTo>
                    <a:pt x="10668" y="320040"/>
                  </a:lnTo>
                  <a:lnTo>
                    <a:pt x="10668" y="315468"/>
                  </a:lnTo>
                  <a:lnTo>
                    <a:pt x="1453896" y="315468"/>
                  </a:lnTo>
                  <a:lnTo>
                    <a:pt x="1453896" y="320040"/>
                  </a:lnTo>
                  <a:close/>
                </a:path>
                <a:path w="1464945" h="326389">
                  <a:moveTo>
                    <a:pt x="1464563" y="320040"/>
                  </a:moveTo>
                  <a:lnTo>
                    <a:pt x="1453896" y="320040"/>
                  </a:lnTo>
                  <a:lnTo>
                    <a:pt x="1459992" y="315468"/>
                  </a:lnTo>
                  <a:lnTo>
                    <a:pt x="1464563" y="315468"/>
                  </a:lnTo>
                  <a:lnTo>
                    <a:pt x="1464563" y="320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/>
          <p:cNvSpPr txBox="1"/>
          <p:nvPr/>
        </p:nvSpPr>
        <p:spPr>
          <a:xfrm>
            <a:off x="2847807" y="2765521"/>
            <a:ext cx="1303020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825" marR="5080" indent="-111760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Visual</a:t>
            </a:r>
            <a:r>
              <a:rPr dirty="0" sz="900" spc="-3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Inspection</a:t>
            </a:r>
            <a:r>
              <a:rPr dirty="0" sz="900" spc="-2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BGA</a:t>
            </a:r>
            <a:r>
              <a:rPr dirty="0" sz="900" spc="-2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PAD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under</a:t>
            </a:r>
            <a:r>
              <a:rPr dirty="0" sz="900" spc="-30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microscope(RE)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8750808" y="2892551"/>
            <a:ext cx="1308100" cy="349250"/>
            <a:chOff x="8750808" y="2892551"/>
            <a:chExt cx="1308100" cy="349250"/>
          </a:xfrm>
        </p:grpSpPr>
        <p:sp>
          <p:nvSpPr>
            <p:cNvPr id="80" name="object 80"/>
            <p:cNvSpPr/>
            <p:nvPr/>
          </p:nvSpPr>
          <p:spPr>
            <a:xfrm>
              <a:off x="8764523" y="2897123"/>
              <a:ext cx="1294130" cy="340360"/>
            </a:xfrm>
            <a:custGeom>
              <a:avLst/>
              <a:gdLst/>
              <a:ahLst/>
              <a:cxnLst/>
              <a:rect l="l" t="t" r="r" b="b"/>
              <a:pathLst>
                <a:path w="1294129" h="340360">
                  <a:moveTo>
                    <a:pt x="1124712" y="339851"/>
                  </a:moveTo>
                  <a:lnTo>
                    <a:pt x="0" y="339851"/>
                  </a:lnTo>
                  <a:lnTo>
                    <a:pt x="169164" y="170687"/>
                  </a:lnTo>
                  <a:lnTo>
                    <a:pt x="0" y="0"/>
                  </a:lnTo>
                  <a:lnTo>
                    <a:pt x="1124712" y="0"/>
                  </a:lnTo>
                  <a:lnTo>
                    <a:pt x="1293876" y="170687"/>
                  </a:lnTo>
                  <a:lnTo>
                    <a:pt x="1124712" y="339851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8750808" y="2892551"/>
              <a:ext cx="1308100" cy="349250"/>
            </a:xfrm>
            <a:custGeom>
              <a:avLst/>
              <a:gdLst/>
              <a:ahLst/>
              <a:cxnLst/>
              <a:rect l="l" t="t" r="r" b="b"/>
              <a:pathLst>
                <a:path w="1308100" h="349250">
                  <a:moveTo>
                    <a:pt x="175989" y="174498"/>
                  </a:moveTo>
                  <a:lnTo>
                    <a:pt x="0" y="0"/>
                  </a:lnTo>
                  <a:lnTo>
                    <a:pt x="1141476" y="0"/>
                  </a:lnTo>
                  <a:lnTo>
                    <a:pt x="1142986" y="1524"/>
                  </a:lnTo>
                  <a:lnTo>
                    <a:pt x="16764" y="1524"/>
                  </a:lnTo>
                  <a:lnTo>
                    <a:pt x="13716" y="10668"/>
                  </a:lnTo>
                  <a:lnTo>
                    <a:pt x="25908" y="10668"/>
                  </a:lnTo>
                  <a:lnTo>
                    <a:pt x="185928" y="170688"/>
                  </a:lnTo>
                  <a:lnTo>
                    <a:pt x="179832" y="170688"/>
                  </a:lnTo>
                  <a:lnTo>
                    <a:pt x="175989" y="174498"/>
                  </a:lnTo>
                  <a:close/>
                </a:path>
                <a:path w="1308100" h="349250">
                  <a:moveTo>
                    <a:pt x="25908" y="10668"/>
                  </a:moveTo>
                  <a:lnTo>
                    <a:pt x="13716" y="10668"/>
                  </a:lnTo>
                  <a:lnTo>
                    <a:pt x="16764" y="1524"/>
                  </a:lnTo>
                  <a:lnTo>
                    <a:pt x="25908" y="10668"/>
                  </a:lnTo>
                  <a:close/>
                </a:path>
                <a:path w="1308100" h="349250">
                  <a:moveTo>
                    <a:pt x="1136904" y="10668"/>
                  </a:moveTo>
                  <a:lnTo>
                    <a:pt x="25908" y="10668"/>
                  </a:lnTo>
                  <a:lnTo>
                    <a:pt x="16764" y="1524"/>
                  </a:lnTo>
                  <a:lnTo>
                    <a:pt x="1142986" y="1524"/>
                  </a:lnTo>
                  <a:lnTo>
                    <a:pt x="1150540" y="9144"/>
                  </a:lnTo>
                  <a:lnTo>
                    <a:pt x="1135380" y="9144"/>
                  </a:lnTo>
                  <a:lnTo>
                    <a:pt x="1136904" y="10668"/>
                  </a:lnTo>
                  <a:close/>
                </a:path>
                <a:path w="1308100" h="349250">
                  <a:moveTo>
                    <a:pt x="1300734" y="174498"/>
                  </a:moveTo>
                  <a:lnTo>
                    <a:pt x="1135380" y="9144"/>
                  </a:lnTo>
                  <a:lnTo>
                    <a:pt x="1138428" y="10668"/>
                  </a:lnTo>
                  <a:lnTo>
                    <a:pt x="1152051" y="10668"/>
                  </a:lnTo>
                  <a:lnTo>
                    <a:pt x="1307592" y="167573"/>
                  </a:lnTo>
                  <a:lnTo>
                    <a:pt x="1307592" y="170688"/>
                  </a:lnTo>
                  <a:lnTo>
                    <a:pt x="1304544" y="170688"/>
                  </a:lnTo>
                  <a:lnTo>
                    <a:pt x="1300734" y="174498"/>
                  </a:lnTo>
                  <a:close/>
                </a:path>
                <a:path w="1308100" h="349250">
                  <a:moveTo>
                    <a:pt x="1152051" y="10668"/>
                  </a:moveTo>
                  <a:lnTo>
                    <a:pt x="1138428" y="10668"/>
                  </a:lnTo>
                  <a:lnTo>
                    <a:pt x="1135380" y="9144"/>
                  </a:lnTo>
                  <a:lnTo>
                    <a:pt x="1150540" y="9144"/>
                  </a:lnTo>
                  <a:lnTo>
                    <a:pt x="1152051" y="10668"/>
                  </a:lnTo>
                  <a:close/>
                </a:path>
                <a:path w="1308100" h="349250">
                  <a:moveTo>
                    <a:pt x="179832" y="178308"/>
                  </a:moveTo>
                  <a:lnTo>
                    <a:pt x="175989" y="174498"/>
                  </a:lnTo>
                  <a:lnTo>
                    <a:pt x="179832" y="170688"/>
                  </a:lnTo>
                  <a:lnTo>
                    <a:pt x="179832" y="178308"/>
                  </a:lnTo>
                  <a:close/>
                </a:path>
                <a:path w="1308100" h="349250">
                  <a:moveTo>
                    <a:pt x="187425" y="178308"/>
                  </a:moveTo>
                  <a:lnTo>
                    <a:pt x="179832" y="178308"/>
                  </a:lnTo>
                  <a:lnTo>
                    <a:pt x="179832" y="170688"/>
                  </a:lnTo>
                  <a:lnTo>
                    <a:pt x="185928" y="170688"/>
                  </a:lnTo>
                  <a:lnTo>
                    <a:pt x="190500" y="175260"/>
                  </a:lnTo>
                  <a:lnTo>
                    <a:pt x="187425" y="178308"/>
                  </a:lnTo>
                  <a:close/>
                </a:path>
                <a:path w="1308100" h="349250">
                  <a:moveTo>
                    <a:pt x="1304544" y="178308"/>
                  </a:moveTo>
                  <a:lnTo>
                    <a:pt x="1300734" y="174498"/>
                  </a:lnTo>
                  <a:lnTo>
                    <a:pt x="1304544" y="170688"/>
                  </a:lnTo>
                  <a:lnTo>
                    <a:pt x="1304544" y="178308"/>
                  </a:lnTo>
                  <a:close/>
                </a:path>
                <a:path w="1308100" h="349250">
                  <a:moveTo>
                    <a:pt x="1307592" y="178308"/>
                  </a:moveTo>
                  <a:lnTo>
                    <a:pt x="1304544" y="178308"/>
                  </a:lnTo>
                  <a:lnTo>
                    <a:pt x="1304544" y="170688"/>
                  </a:lnTo>
                  <a:lnTo>
                    <a:pt x="1307592" y="170688"/>
                  </a:lnTo>
                  <a:lnTo>
                    <a:pt x="1307592" y="178308"/>
                  </a:lnTo>
                  <a:close/>
                </a:path>
                <a:path w="1308100" h="349250">
                  <a:moveTo>
                    <a:pt x="1141476" y="348996"/>
                  </a:moveTo>
                  <a:lnTo>
                    <a:pt x="0" y="348996"/>
                  </a:lnTo>
                  <a:lnTo>
                    <a:pt x="175989" y="174498"/>
                  </a:lnTo>
                  <a:lnTo>
                    <a:pt x="179832" y="178308"/>
                  </a:lnTo>
                  <a:lnTo>
                    <a:pt x="187425" y="178308"/>
                  </a:lnTo>
                  <a:lnTo>
                    <a:pt x="25988" y="338328"/>
                  </a:lnTo>
                  <a:lnTo>
                    <a:pt x="13716" y="338328"/>
                  </a:lnTo>
                  <a:lnTo>
                    <a:pt x="16764" y="347472"/>
                  </a:lnTo>
                  <a:lnTo>
                    <a:pt x="1143000" y="347472"/>
                  </a:lnTo>
                  <a:lnTo>
                    <a:pt x="1141476" y="348996"/>
                  </a:lnTo>
                  <a:close/>
                </a:path>
                <a:path w="1308100" h="349250">
                  <a:moveTo>
                    <a:pt x="1135380" y="339852"/>
                  </a:moveTo>
                  <a:lnTo>
                    <a:pt x="1300734" y="174498"/>
                  </a:lnTo>
                  <a:lnTo>
                    <a:pt x="1304544" y="178308"/>
                  </a:lnTo>
                  <a:lnTo>
                    <a:pt x="1307592" y="178308"/>
                  </a:lnTo>
                  <a:lnTo>
                    <a:pt x="1307592" y="182880"/>
                  </a:lnTo>
                  <a:lnTo>
                    <a:pt x="1152144" y="338328"/>
                  </a:lnTo>
                  <a:lnTo>
                    <a:pt x="1138428" y="338328"/>
                  </a:lnTo>
                  <a:lnTo>
                    <a:pt x="1135380" y="339852"/>
                  </a:lnTo>
                  <a:close/>
                </a:path>
                <a:path w="1308100" h="349250">
                  <a:moveTo>
                    <a:pt x="16764" y="347472"/>
                  </a:moveTo>
                  <a:lnTo>
                    <a:pt x="13716" y="338328"/>
                  </a:lnTo>
                  <a:lnTo>
                    <a:pt x="25988" y="338328"/>
                  </a:lnTo>
                  <a:lnTo>
                    <a:pt x="16764" y="347472"/>
                  </a:lnTo>
                  <a:close/>
                </a:path>
                <a:path w="1308100" h="349250">
                  <a:moveTo>
                    <a:pt x="1143000" y="347472"/>
                  </a:moveTo>
                  <a:lnTo>
                    <a:pt x="16764" y="347472"/>
                  </a:lnTo>
                  <a:lnTo>
                    <a:pt x="25988" y="338328"/>
                  </a:lnTo>
                  <a:lnTo>
                    <a:pt x="1136904" y="338328"/>
                  </a:lnTo>
                  <a:lnTo>
                    <a:pt x="1135380" y="339852"/>
                  </a:lnTo>
                  <a:lnTo>
                    <a:pt x="1150620" y="339852"/>
                  </a:lnTo>
                  <a:lnTo>
                    <a:pt x="1143000" y="347472"/>
                  </a:lnTo>
                  <a:close/>
                </a:path>
                <a:path w="1308100" h="349250">
                  <a:moveTo>
                    <a:pt x="1150620" y="339852"/>
                  </a:moveTo>
                  <a:lnTo>
                    <a:pt x="1135380" y="339852"/>
                  </a:lnTo>
                  <a:lnTo>
                    <a:pt x="1138428" y="338328"/>
                  </a:lnTo>
                  <a:lnTo>
                    <a:pt x="1152144" y="338328"/>
                  </a:lnTo>
                  <a:lnTo>
                    <a:pt x="1150620" y="339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9016875" y="2878277"/>
            <a:ext cx="788035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8900" marR="5080" indent="-76835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8.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Visual</a:t>
            </a:r>
            <a:r>
              <a:rPr dirty="0" sz="750" spc="-2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Inspection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BGA</a:t>
            </a:r>
            <a:r>
              <a:rPr dirty="0" sz="750" spc="-4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PAD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under</a:t>
            </a:r>
            <a:endParaRPr sz="750">
              <a:latin typeface="Calibri"/>
              <a:cs typeface="Calibri"/>
            </a:endParaRPr>
          </a:p>
          <a:p>
            <a:pPr marL="169545">
              <a:lnSpc>
                <a:spcPts val="860"/>
              </a:lnSpc>
            </a:pPr>
            <a:r>
              <a:rPr dirty="0" sz="750" spc="-10" b="1">
                <a:latin typeface="Calibri"/>
                <a:cs typeface="Calibri"/>
              </a:rPr>
              <a:t>microscope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42900" y="2883407"/>
            <a:ext cx="9607550" cy="1097280"/>
            <a:chOff x="342900" y="2883407"/>
            <a:chExt cx="9607550" cy="1097280"/>
          </a:xfrm>
        </p:grpSpPr>
        <p:pic>
          <p:nvPicPr>
            <p:cNvPr id="84" name="object 8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37676" y="3300984"/>
              <a:ext cx="1112519" cy="67970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47472" y="2889503"/>
              <a:ext cx="1386840" cy="314325"/>
            </a:xfrm>
            <a:custGeom>
              <a:avLst/>
              <a:gdLst/>
              <a:ahLst/>
              <a:cxnLst/>
              <a:rect l="l" t="t" r="r" b="b"/>
              <a:pathLst>
                <a:path w="1386839" h="314325">
                  <a:moveTo>
                    <a:pt x="1386840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1386840" y="0"/>
                  </a:lnTo>
                  <a:lnTo>
                    <a:pt x="1386840" y="313944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42900" y="2883407"/>
              <a:ext cx="1397635" cy="326390"/>
            </a:xfrm>
            <a:custGeom>
              <a:avLst/>
              <a:gdLst/>
              <a:ahLst/>
              <a:cxnLst/>
              <a:rect l="l" t="t" r="r" b="b"/>
              <a:pathLst>
                <a:path w="1397635" h="326389">
                  <a:moveTo>
                    <a:pt x="1394459" y="326135"/>
                  </a:moveTo>
                  <a:lnTo>
                    <a:pt x="1524" y="326135"/>
                  </a:lnTo>
                  <a:lnTo>
                    <a:pt x="0" y="323088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1394459" y="0"/>
                  </a:lnTo>
                  <a:lnTo>
                    <a:pt x="1397508" y="3048"/>
                  </a:lnTo>
                  <a:lnTo>
                    <a:pt x="1397508" y="6096"/>
                  </a:ln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315468"/>
                  </a:lnTo>
                  <a:lnTo>
                    <a:pt x="4572" y="315468"/>
                  </a:lnTo>
                  <a:lnTo>
                    <a:pt x="9144" y="320040"/>
                  </a:lnTo>
                  <a:lnTo>
                    <a:pt x="1397508" y="320040"/>
                  </a:lnTo>
                  <a:lnTo>
                    <a:pt x="1397508" y="323088"/>
                  </a:lnTo>
                  <a:lnTo>
                    <a:pt x="1394459" y="326135"/>
                  </a:lnTo>
                  <a:close/>
                </a:path>
                <a:path w="1397635" h="326389">
                  <a:moveTo>
                    <a:pt x="9144" y="10668"/>
                  </a:move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close/>
                </a:path>
                <a:path w="1397635" h="326389">
                  <a:moveTo>
                    <a:pt x="1386840" y="10668"/>
                  </a:moveTo>
                  <a:lnTo>
                    <a:pt x="9144" y="10668"/>
                  </a:lnTo>
                  <a:lnTo>
                    <a:pt x="9144" y="6096"/>
                  </a:lnTo>
                  <a:lnTo>
                    <a:pt x="1386840" y="6096"/>
                  </a:lnTo>
                  <a:lnTo>
                    <a:pt x="1386840" y="10668"/>
                  </a:lnTo>
                  <a:close/>
                </a:path>
                <a:path w="1397635" h="326389">
                  <a:moveTo>
                    <a:pt x="1386840" y="320040"/>
                  </a:moveTo>
                  <a:lnTo>
                    <a:pt x="1386840" y="6096"/>
                  </a:lnTo>
                  <a:lnTo>
                    <a:pt x="1391412" y="10668"/>
                  </a:lnTo>
                  <a:lnTo>
                    <a:pt x="1397508" y="10668"/>
                  </a:lnTo>
                  <a:lnTo>
                    <a:pt x="1397508" y="315468"/>
                  </a:lnTo>
                  <a:lnTo>
                    <a:pt x="1391412" y="315468"/>
                  </a:lnTo>
                  <a:lnTo>
                    <a:pt x="1386840" y="320040"/>
                  </a:lnTo>
                  <a:close/>
                </a:path>
                <a:path w="1397635" h="326389">
                  <a:moveTo>
                    <a:pt x="1397508" y="10668"/>
                  </a:moveTo>
                  <a:lnTo>
                    <a:pt x="1391412" y="10668"/>
                  </a:lnTo>
                  <a:lnTo>
                    <a:pt x="1386840" y="6096"/>
                  </a:lnTo>
                  <a:lnTo>
                    <a:pt x="1397508" y="6096"/>
                  </a:lnTo>
                  <a:lnTo>
                    <a:pt x="1397508" y="10668"/>
                  </a:lnTo>
                  <a:close/>
                </a:path>
                <a:path w="1397635" h="326389">
                  <a:moveTo>
                    <a:pt x="9144" y="320040"/>
                  </a:moveTo>
                  <a:lnTo>
                    <a:pt x="4572" y="315468"/>
                  </a:lnTo>
                  <a:lnTo>
                    <a:pt x="9144" y="315468"/>
                  </a:lnTo>
                  <a:lnTo>
                    <a:pt x="9144" y="320040"/>
                  </a:lnTo>
                  <a:close/>
                </a:path>
                <a:path w="1397635" h="326389">
                  <a:moveTo>
                    <a:pt x="1386840" y="320040"/>
                  </a:moveTo>
                  <a:lnTo>
                    <a:pt x="9144" y="320040"/>
                  </a:lnTo>
                  <a:lnTo>
                    <a:pt x="9144" y="315468"/>
                  </a:lnTo>
                  <a:lnTo>
                    <a:pt x="1386840" y="315468"/>
                  </a:lnTo>
                  <a:lnTo>
                    <a:pt x="1386840" y="320040"/>
                  </a:lnTo>
                  <a:close/>
                </a:path>
                <a:path w="1397635" h="326389">
                  <a:moveTo>
                    <a:pt x="1397508" y="320040"/>
                  </a:moveTo>
                  <a:lnTo>
                    <a:pt x="1386840" y="320040"/>
                  </a:lnTo>
                  <a:lnTo>
                    <a:pt x="1391412" y="315468"/>
                  </a:lnTo>
                  <a:lnTo>
                    <a:pt x="1397508" y="315468"/>
                  </a:lnTo>
                  <a:lnTo>
                    <a:pt x="1397508" y="3200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439902" y="2887451"/>
            <a:ext cx="1200150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 marR="5080" indent="-173990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Send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list units</a:t>
            </a:r>
            <a:r>
              <a:rPr dirty="0" sz="900" spc="-2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fail</a:t>
            </a:r>
            <a:r>
              <a:rPr dirty="0" sz="900" spc="-15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to</a:t>
            </a:r>
            <a:r>
              <a:rPr dirty="0" sz="900" spc="5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SPE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approval(PE/PM)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39852" y="3433571"/>
            <a:ext cx="1397635" cy="325120"/>
            <a:chOff x="339852" y="3433571"/>
            <a:chExt cx="1397635" cy="325120"/>
          </a:xfrm>
        </p:grpSpPr>
        <p:sp>
          <p:nvSpPr>
            <p:cNvPr id="89" name="object 89"/>
            <p:cNvSpPr/>
            <p:nvPr/>
          </p:nvSpPr>
          <p:spPr>
            <a:xfrm>
              <a:off x="344424" y="3438143"/>
              <a:ext cx="1386840" cy="314325"/>
            </a:xfrm>
            <a:custGeom>
              <a:avLst/>
              <a:gdLst/>
              <a:ahLst/>
              <a:cxnLst/>
              <a:rect l="l" t="t" r="r" b="b"/>
              <a:pathLst>
                <a:path w="1386839" h="314325">
                  <a:moveTo>
                    <a:pt x="1386839" y="313944"/>
                  </a:moveTo>
                  <a:lnTo>
                    <a:pt x="0" y="313944"/>
                  </a:lnTo>
                  <a:lnTo>
                    <a:pt x="0" y="0"/>
                  </a:lnTo>
                  <a:lnTo>
                    <a:pt x="1386839" y="0"/>
                  </a:lnTo>
                  <a:lnTo>
                    <a:pt x="1386839" y="313944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39852" y="3433571"/>
              <a:ext cx="1397635" cy="325120"/>
            </a:xfrm>
            <a:custGeom>
              <a:avLst/>
              <a:gdLst/>
              <a:ahLst/>
              <a:cxnLst/>
              <a:rect l="l" t="t" r="r" b="b"/>
              <a:pathLst>
                <a:path w="1397635" h="325120">
                  <a:moveTo>
                    <a:pt x="1394459" y="324611"/>
                  </a:moveTo>
                  <a:lnTo>
                    <a:pt x="1524" y="324611"/>
                  </a:lnTo>
                  <a:lnTo>
                    <a:pt x="0" y="321564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394459" y="0"/>
                  </a:lnTo>
                  <a:lnTo>
                    <a:pt x="1397508" y="1524"/>
                  </a:lnTo>
                  <a:lnTo>
                    <a:pt x="1397508" y="4572"/>
                  </a:lnTo>
                  <a:lnTo>
                    <a:pt x="9144" y="4572"/>
                  </a:lnTo>
                  <a:lnTo>
                    <a:pt x="4572" y="10668"/>
                  </a:lnTo>
                  <a:lnTo>
                    <a:pt x="9144" y="10668"/>
                  </a:lnTo>
                  <a:lnTo>
                    <a:pt x="9144" y="313944"/>
                  </a:lnTo>
                  <a:lnTo>
                    <a:pt x="4572" y="313944"/>
                  </a:lnTo>
                  <a:lnTo>
                    <a:pt x="9144" y="318515"/>
                  </a:lnTo>
                  <a:lnTo>
                    <a:pt x="1397508" y="318515"/>
                  </a:lnTo>
                  <a:lnTo>
                    <a:pt x="1397508" y="321564"/>
                  </a:lnTo>
                  <a:lnTo>
                    <a:pt x="1394459" y="324611"/>
                  </a:lnTo>
                  <a:close/>
                </a:path>
                <a:path w="1397635" h="325120">
                  <a:moveTo>
                    <a:pt x="9144" y="10668"/>
                  </a:moveTo>
                  <a:lnTo>
                    <a:pt x="4572" y="10668"/>
                  </a:lnTo>
                  <a:lnTo>
                    <a:pt x="9144" y="4572"/>
                  </a:lnTo>
                  <a:lnTo>
                    <a:pt x="9144" y="10668"/>
                  </a:lnTo>
                  <a:close/>
                </a:path>
                <a:path w="1397635" h="325120">
                  <a:moveTo>
                    <a:pt x="1386840" y="10668"/>
                  </a:moveTo>
                  <a:lnTo>
                    <a:pt x="9144" y="10668"/>
                  </a:lnTo>
                  <a:lnTo>
                    <a:pt x="9144" y="4572"/>
                  </a:lnTo>
                  <a:lnTo>
                    <a:pt x="1386840" y="4572"/>
                  </a:lnTo>
                  <a:lnTo>
                    <a:pt x="1386840" y="10668"/>
                  </a:lnTo>
                  <a:close/>
                </a:path>
                <a:path w="1397635" h="325120">
                  <a:moveTo>
                    <a:pt x="1386840" y="318515"/>
                  </a:moveTo>
                  <a:lnTo>
                    <a:pt x="1386840" y="4572"/>
                  </a:lnTo>
                  <a:lnTo>
                    <a:pt x="1391412" y="10668"/>
                  </a:lnTo>
                  <a:lnTo>
                    <a:pt x="1397508" y="10668"/>
                  </a:lnTo>
                  <a:lnTo>
                    <a:pt x="1397508" y="313944"/>
                  </a:lnTo>
                  <a:lnTo>
                    <a:pt x="1391412" y="313944"/>
                  </a:lnTo>
                  <a:lnTo>
                    <a:pt x="1386840" y="318515"/>
                  </a:lnTo>
                  <a:close/>
                </a:path>
                <a:path w="1397635" h="325120">
                  <a:moveTo>
                    <a:pt x="1397508" y="10668"/>
                  </a:moveTo>
                  <a:lnTo>
                    <a:pt x="1391412" y="10668"/>
                  </a:lnTo>
                  <a:lnTo>
                    <a:pt x="1386840" y="4572"/>
                  </a:lnTo>
                  <a:lnTo>
                    <a:pt x="1397508" y="4572"/>
                  </a:lnTo>
                  <a:lnTo>
                    <a:pt x="1397508" y="10668"/>
                  </a:lnTo>
                  <a:close/>
                </a:path>
                <a:path w="1397635" h="325120">
                  <a:moveTo>
                    <a:pt x="9144" y="318515"/>
                  </a:moveTo>
                  <a:lnTo>
                    <a:pt x="4572" y="313944"/>
                  </a:lnTo>
                  <a:lnTo>
                    <a:pt x="9144" y="313944"/>
                  </a:lnTo>
                  <a:lnTo>
                    <a:pt x="9144" y="318515"/>
                  </a:lnTo>
                  <a:close/>
                </a:path>
                <a:path w="1397635" h="325120">
                  <a:moveTo>
                    <a:pt x="1386840" y="318515"/>
                  </a:moveTo>
                  <a:lnTo>
                    <a:pt x="9144" y="318515"/>
                  </a:lnTo>
                  <a:lnTo>
                    <a:pt x="9144" y="313944"/>
                  </a:lnTo>
                  <a:lnTo>
                    <a:pt x="1386840" y="313944"/>
                  </a:lnTo>
                  <a:lnTo>
                    <a:pt x="1386840" y="318515"/>
                  </a:lnTo>
                  <a:close/>
                </a:path>
                <a:path w="1397635" h="325120">
                  <a:moveTo>
                    <a:pt x="1397508" y="318515"/>
                  </a:moveTo>
                  <a:lnTo>
                    <a:pt x="1386840" y="318515"/>
                  </a:lnTo>
                  <a:lnTo>
                    <a:pt x="1391412" y="313944"/>
                  </a:lnTo>
                  <a:lnTo>
                    <a:pt x="1397508" y="313944"/>
                  </a:lnTo>
                  <a:lnTo>
                    <a:pt x="1397508" y="3185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549674" y="3436082"/>
            <a:ext cx="975994" cy="30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8120" marR="5080" indent="-186055">
              <a:lnSpc>
                <a:spcPct val="101099"/>
              </a:lnSpc>
              <a:spcBef>
                <a:spcPts val="100"/>
              </a:spcBef>
            </a:pPr>
            <a:r>
              <a:rPr dirty="0" sz="900" b="1">
                <a:latin typeface="Calibri"/>
                <a:cs typeface="Calibri"/>
              </a:rPr>
              <a:t>Customer</a:t>
            </a:r>
            <a:r>
              <a:rPr dirty="0" sz="900" spc="-30" b="1">
                <a:latin typeface="Calibri"/>
                <a:cs typeface="Calibri"/>
              </a:rPr>
              <a:t> </a:t>
            </a:r>
            <a:r>
              <a:rPr dirty="0" sz="900" spc="-10" b="1">
                <a:latin typeface="Calibri"/>
                <a:cs typeface="Calibri"/>
              </a:rPr>
              <a:t>approved</a:t>
            </a:r>
            <a:r>
              <a:rPr dirty="0" sz="900" spc="500" b="1">
                <a:latin typeface="Calibri"/>
                <a:cs typeface="Calibri"/>
              </a:rPr>
              <a:t> </a:t>
            </a:r>
            <a:r>
              <a:rPr dirty="0" sz="900" b="1">
                <a:latin typeface="Calibri"/>
                <a:cs typeface="Calibri"/>
              </a:rPr>
              <a:t>change</a:t>
            </a:r>
            <a:r>
              <a:rPr dirty="0" sz="900" spc="-10" b="1">
                <a:latin typeface="Calibri"/>
                <a:cs typeface="Calibri"/>
              </a:rPr>
              <a:t> </a:t>
            </a:r>
            <a:r>
              <a:rPr dirty="0" sz="900" spc="-25" b="1">
                <a:latin typeface="Calibri"/>
                <a:cs typeface="Calibri"/>
              </a:rPr>
              <a:t>BGA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007363" y="1556004"/>
            <a:ext cx="6652259" cy="4493260"/>
            <a:chOff x="1007363" y="1556004"/>
            <a:chExt cx="6652259" cy="4493260"/>
          </a:xfrm>
        </p:grpSpPr>
        <p:sp>
          <p:nvSpPr>
            <p:cNvPr id="93" name="object 93"/>
            <p:cNvSpPr/>
            <p:nvPr/>
          </p:nvSpPr>
          <p:spPr>
            <a:xfrm>
              <a:off x="1007364" y="2190000"/>
              <a:ext cx="2522220" cy="3858895"/>
            </a:xfrm>
            <a:custGeom>
              <a:avLst/>
              <a:gdLst/>
              <a:ahLst/>
              <a:cxnLst/>
              <a:rect l="l" t="t" r="r" b="b"/>
              <a:pathLst>
                <a:path w="2522220" h="3858895">
                  <a:moveTo>
                    <a:pt x="62484" y="1185672"/>
                  </a:moveTo>
                  <a:lnTo>
                    <a:pt x="36753" y="1185672"/>
                  </a:lnTo>
                  <a:lnTo>
                    <a:pt x="39624" y="1013460"/>
                  </a:lnTo>
                  <a:lnTo>
                    <a:pt x="28956" y="1013460"/>
                  </a:lnTo>
                  <a:lnTo>
                    <a:pt x="26085" y="1185672"/>
                  </a:lnTo>
                  <a:lnTo>
                    <a:pt x="0" y="1185672"/>
                  </a:lnTo>
                  <a:lnTo>
                    <a:pt x="30480" y="1248156"/>
                  </a:lnTo>
                  <a:lnTo>
                    <a:pt x="57010" y="1196340"/>
                  </a:lnTo>
                  <a:lnTo>
                    <a:pt x="62484" y="1185672"/>
                  </a:lnTo>
                  <a:close/>
                </a:path>
                <a:path w="2522220" h="3858895">
                  <a:moveTo>
                    <a:pt x="63995" y="635508"/>
                  </a:moveTo>
                  <a:lnTo>
                    <a:pt x="37998" y="636130"/>
                  </a:lnTo>
                  <a:lnTo>
                    <a:pt x="37985" y="635508"/>
                  </a:lnTo>
                  <a:lnTo>
                    <a:pt x="36563" y="495300"/>
                  </a:lnTo>
                  <a:lnTo>
                    <a:pt x="27419" y="495300"/>
                  </a:lnTo>
                  <a:lnTo>
                    <a:pt x="27419" y="636397"/>
                  </a:lnTo>
                  <a:lnTo>
                    <a:pt x="1511" y="637032"/>
                  </a:lnTo>
                  <a:lnTo>
                    <a:pt x="33515" y="699516"/>
                  </a:lnTo>
                  <a:lnTo>
                    <a:pt x="58191" y="647700"/>
                  </a:lnTo>
                  <a:lnTo>
                    <a:pt x="63995" y="635508"/>
                  </a:lnTo>
                  <a:close/>
                </a:path>
                <a:path w="2522220" h="3858895">
                  <a:moveTo>
                    <a:pt x="1758683" y="31991"/>
                  </a:moveTo>
                  <a:lnTo>
                    <a:pt x="1752739" y="28943"/>
                  </a:lnTo>
                  <a:lnTo>
                    <a:pt x="1696212" y="0"/>
                  </a:lnTo>
                  <a:lnTo>
                    <a:pt x="1696212" y="28943"/>
                  </a:lnTo>
                  <a:lnTo>
                    <a:pt x="1254252" y="28943"/>
                  </a:lnTo>
                  <a:lnTo>
                    <a:pt x="1254252" y="3852672"/>
                  </a:lnTo>
                  <a:lnTo>
                    <a:pt x="47244" y="3852672"/>
                  </a:lnTo>
                  <a:lnTo>
                    <a:pt x="47244" y="3666744"/>
                  </a:lnTo>
                  <a:lnTo>
                    <a:pt x="42672" y="3666744"/>
                  </a:lnTo>
                  <a:lnTo>
                    <a:pt x="42672" y="3858768"/>
                  </a:lnTo>
                  <a:lnTo>
                    <a:pt x="1258824" y="3858768"/>
                  </a:lnTo>
                  <a:lnTo>
                    <a:pt x="1258824" y="3855720"/>
                  </a:lnTo>
                  <a:lnTo>
                    <a:pt x="1258824" y="3852672"/>
                  </a:lnTo>
                  <a:lnTo>
                    <a:pt x="1258824" y="33515"/>
                  </a:lnTo>
                  <a:lnTo>
                    <a:pt x="1696212" y="33515"/>
                  </a:lnTo>
                  <a:lnTo>
                    <a:pt x="1696212" y="62471"/>
                  </a:lnTo>
                  <a:lnTo>
                    <a:pt x="1755559" y="33515"/>
                  </a:lnTo>
                  <a:lnTo>
                    <a:pt x="1758683" y="31991"/>
                  </a:lnTo>
                  <a:close/>
                </a:path>
                <a:path w="2522220" h="3858895">
                  <a:moveTo>
                    <a:pt x="2522220" y="1147559"/>
                  </a:moveTo>
                  <a:lnTo>
                    <a:pt x="2496362" y="1147559"/>
                  </a:lnTo>
                  <a:lnTo>
                    <a:pt x="2497836" y="891527"/>
                  </a:lnTo>
                  <a:lnTo>
                    <a:pt x="2487168" y="891527"/>
                  </a:lnTo>
                  <a:lnTo>
                    <a:pt x="2485694" y="1147559"/>
                  </a:lnTo>
                  <a:lnTo>
                    <a:pt x="2459736" y="1147559"/>
                  </a:lnTo>
                  <a:lnTo>
                    <a:pt x="2490216" y="1210043"/>
                  </a:lnTo>
                  <a:lnTo>
                    <a:pt x="2516746" y="1158227"/>
                  </a:lnTo>
                  <a:lnTo>
                    <a:pt x="2522220" y="114755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7292" y="2043684"/>
              <a:ext cx="1107947" cy="68275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519671" y="2036064"/>
              <a:ext cx="1123315" cy="698500"/>
            </a:xfrm>
            <a:custGeom>
              <a:avLst/>
              <a:gdLst/>
              <a:ahLst/>
              <a:cxnLst/>
              <a:rect l="l" t="t" r="r" b="b"/>
              <a:pathLst>
                <a:path w="1123315" h="698500">
                  <a:moveTo>
                    <a:pt x="1121664" y="697992"/>
                  </a:moveTo>
                  <a:lnTo>
                    <a:pt x="1524" y="697992"/>
                  </a:lnTo>
                  <a:lnTo>
                    <a:pt x="0" y="696468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1121664" y="0"/>
                  </a:lnTo>
                  <a:lnTo>
                    <a:pt x="1123188" y="1524"/>
                  </a:lnTo>
                  <a:lnTo>
                    <a:pt x="1123188" y="3048"/>
                  </a:lnTo>
                  <a:lnTo>
                    <a:pt x="7620" y="3048"/>
                  </a:lnTo>
                  <a:lnTo>
                    <a:pt x="3048" y="7620"/>
                  </a:lnTo>
                  <a:lnTo>
                    <a:pt x="7620" y="7620"/>
                  </a:lnTo>
                  <a:lnTo>
                    <a:pt x="7620" y="690372"/>
                  </a:lnTo>
                  <a:lnTo>
                    <a:pt x="3048" y="690372"/>
                  </a:lnTo>
                  <a:lnTo>
                    <a:pt x="7620" y="693420"/>
                  </a:lnTo>
                  <a:lnTo>
                    <a:pt x="1123188" y="693420"/>
                  </a:lnTo>
                  <a:lnTo>
                    <a:pt x="1123188" y="696468"/>
                  </a:lnTo>
                  <a:lnTo>
                    <a:pt x="1121664" y="697992"/>
                  </a:lnTo>
                  <a:close/>
                </a:path>
                <a:path w="1123315" h="698500">
                  <a:moveTo>
                    <a:pt x="7620" y="7620"/>
                  </a:moveTo>
                  <a:lnTo>
                    <a:pt x="3048" y="7620"/>
                  </a:lnTo>
                  <a:lnTo>
                    <a:pt x="7620" y="3048"/>
                  </a:lnTo>
                  <a:lnTo>
                    <a:pt x="7620" y="7620"/>
                  </a:lnTo>
                  <a:close/>
                </a:path>
                <a:path w="1123315" h="698500">
                  <a:moveTo>
                    <a:pt x="1115568" y="7620"/>
                  </a:moveTo>
                  <a:lnTo>
                    <a:pt x="7620" y="7620"/>
                  </a:lnTo>
                  <a:lnTo>
                    <a:pt x="7620" y="3048"/>
                  </a:lnTo>
                  <a:lnTo>
                    <a:pt x="1115568" y="3048"/>
                  </a:lnTo>
                  <a:lnTo>
                    <a:pt x="1115568" y="7620"/>
                  </a:lnTo>
                  <a:close/>
                </a:path>
                <a:path w="1123315" h="698500">
                  <a:moveTo>
                    <a:pt x="1115568" y="693420"/>
                  </a:moveTo>
                  <a:lnTo>
                    <a:pt x="1115568" y="3048"/>
                  </a:lnTo>
                  <a:lnTo>
                    <a:pt x="1118616" y="7620"/>
                  </a:lnTo>
                  <a:lnTo>
                    <a:pt x="1123188" y="7620"/>
                  </a:lnTo>
                  <a:lnTo>
                    <a:pt x="1123188" y="690372"/>
                  </a:lnTo>
                  <a:lnTo>
                    <a:pt x="1118616" y="690372"/>
                  </a:lnTo>
                  <a:lnTo>
                    <a:pt x="1115568" y="693420"/>
                  </a:lnTo>
                  <a:close/>
                </a:path>
                <a:path w="1123315" h="698500">
                  <a:moveTo>
                    <a:pt x="1123188" y="7620"/>
                  </a:moveTo>
                  <a:lnTo>
                    <a:pt x="1118616" y="7620"/>
                  </a:lnTo>
                  <a:lnTo>
                    <a:pt x="1115568" y="3048"/>
                  </a:lnTo>
                  <a:lnTo>
                    <a:pt x="1123188" y="3048"/>
                  </a:lnTo>
                  <a:lnTo>
                    <a:pt x="1123188" y="7620"/>
                  </a:lnTo>
                  <a:close/>
                </a:path>
                <a:path w="1123315" h="698500">
                  <a:moveTo>
                    <a:pt x="7620" y="693420"/>
                  </a:moveTo>
                  <a:lnTo>
                    <a:pt x="3048" y="690372"/>
                  </a:lnTo>
                  <a:lnTo>
                    <a:pt x="7620" y="690372"/>
                  </a:lnTo>
                  <a:lnTo>
                    <a:pt x="7620" y="693420"/>
                  </a:lnTo>
                  <a:close/>
                </a:path>
                <a:path w="1123315" h="698500">
                  <a:moveTo>
                    <a:pt x="1115568" y="693420"/>
                  </a:moveTo>
                  <a:lnTo>
                    <a:pt x="7620" y="693420"/>
                  </a:lnTo>
                  <a:lnTo>
                    <a:pt x="7620" y="690372"/>
                  </a:lnTo>
                  <a:lnTo>
                    <a:pt x="1115568" y="690372"/>
                  </a:lnTo>
                  <a:lnTo>
                    <a:pt x="1115568" y="693420"/>
                  </a:lnTo>
                  <a:close/>
                </a:path>
                <a:path w="1123315" h="698500">
                  <a:moveTo>
                    <a:pt x="1123188" y="693420"/>
                  </a:moveTo>
                  <a:lnTo>
                    <a:pt x="1115568" y="693420"/>
                  </a:lnTo>
                  <a:lnTo>
                    <a:pt x="1118616" y="690372"/>
                  </a:lnTo>
                  <a:lnTo>
                    <a:pt x="1123188" y="690372"/>
                  </a:lnTo>
                  <a:lnTo>
                    <a:pt x="1123188" y="693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469380" y="1562100"/>
              <a:ext cx="1183005" cy="375285"/>
            </a:xfrm>
            <a:custGeom>
              <a:avLst/>
              <a:gdLst/>
              <a:ahLst/>
              <a:cxnLst/>
              <a:rect l="l" t="t" r="r" b="b"/>
              <a:pathLst>
                <a:path w="1183004" h="375285">
                  <a:moveTo>
                    <a:pt x="995171" y="374904"/>
                  </a:moveTo>
                  <a:lnTo>
                    <a:pt x="0" y="374904"/>
                  </a:lnTo>
                  <a:lnTo>
                    <a:pt x="187451" y="187451"/>
                  </a:lnTo>
                  <a:lnTo>
                    <a:pt x="0" y="0"/>
                  </a:lnTo>
                  <a:lnTo>
                    <a:pt x="995171" y="0"/>
                  </a:lnTo>
                  <a:lnTo>
                    <a:pt x="1182623" y="187451"/>
                  </a:lnTo>
                  <a:lnTo>
                    <a:pt x="995171" y="374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6455663" y="1556004"/>
              <a:ext cx="1203960" cy="386080"/>
            </a:xfrm>
            <a:custGeom>
              <a:avLst/>
              <a:gdLst/>
              <a:ahLst/>
              <a:cxnLst/>
              <a:rect l="l" t="t" r="r" b="b"/>
              <a:pathLst>
                <a:path w="1203959" h="386080">
                  <a:moveTo>
                    <a:pt x="192786" y="192786"/>
                  </a:moveTo>
                  <a:lnTo>
                    <a:pt x="0" y="0"/>
                  </a:lnTo>
                  <a:lnTo>
                    <a:pt x="1010412" y="0"/>
                  </a:lnTo>
                  <a:lnTo>
                    <a:pt x="1011936" y="1524"/>
                  </a:lnTo>
                  <a:lnTo>
                    <a:pt x="16764" y="1524"/>
                  </a:lnTo>
                  <a:lnTo>
                    <a:pt x="13716" y="10668"/>
                  </a:lnTo>
                  <a:lnTo>
                    <a:pt x="25835" y="10668"/>
                  </a:lnTo>
                  <a:lnTo>
                    <a:pt x="202728" y="188976"/>
                  </a:lnTo>
                  <a:lnTo>
                    <a:pt x="196595" y="188976"/>
                  </a:lnTo>
                  <a:lnTo>
                    <a:pt x="192786" y="192786"/>
                  </a:lnTo>
                  <a:close/>
                </a:path>
                <a:path w="1203959" h="386080">
                  <a:moveTo>
                    <a:pt x="25835" y="10668"/>
                  </a:moveTo>
                  <a:lnTo>
                    <a:pt x="13716" y="10668"/>
                  </a:lnTo>
                  <a:lnTo>
                    <a:pt x="16764" y="1524"/>
                  </a:lnTo>
                  <a:lnTo>
                    <a:pt x="25835" y="10668"/>
                  </a:lnTo>
                  <a:close/>
                </a:path>
                <a:path w="1203959" h="386080">
                  <a:moveTo>
                    <a:pt x="1007364" y="10668"/>
                  </a:moveTo>
                  <a:lnTo>
                    <a:pt x="25835" y="10668"/>
                  </a:lnTo>
                  <a:lnTo>
                    <a:pt x="16764" y="1524"/>
                  </a:lnTo>
                  <a:lnTo>
                    <a:pt x="1011936" y="1524"/>
                  </a:lnTo>
                  <a:lnTo>
                    <a:pt x="1019556" y="9144"/>
                  </a:lnTo>
                  <a:lnTo>
                    <a:pt x="1005840" y="9144"/>
                  </a:lnTo>
                  <a:lnTo>
                    <a:pt x="1007364" y="10668"/>
                  </a:lnTo>
                  <a:close/>
                </a:path>
                <a:path w="1203959" h="386080">
                  <a:moveTo>
                    <a:pt x="1189482" y="192786"/>
                  </a:moveTo>
                  <a:lnTo>
                    <a:pt x="1005840" y="9144"/>
                  </a:lnTo>
                  <a:lnTo>
                    <a:pt x="1008888" y="10668"/>
                  </a:lnTo>
                  <a:lnTo>
                    <a:pt x="1021080" y="10668"/>
                  </a:lnTo>
                  <a:lnTo>
                    <a:pt x="1199388" y="188976"/>
                  </a:lnTo>
                  <a:lnTo>
                    <a:pt x="1193292" y="188976"/>
                  </a:lnTo>
                  <a:lnTo>
                    <a:pt x="1189482" y="192786"/>
                  </a:lnTo>
                  <a:close/>
                </a:path>
                <a:path w="1203959" h="386080">
                  <a:moveTo>
                    <a:pt x="1021080" y="10668"/>
                  </a:moveTo>
                  <a:lnTo>
                    <a:pt x="1008888" y="10668"/>
                  </a:lnTo>
                  <a:lnTo>
                    <a:pt x="1005840" y="9144"/>
                  </a:lnTo>
                  <a:lnTo>
                    <a:pt x="1019556" y="9144"/>
                  </a:lnTo>
                  <a:lnTo>
                    <a:pt x="1021080" y="10668"/>
                  </a:lnTo>
                  <a:close/>
                </a:path>
                <a:path w="1203959" h="386080">
                  <a:moveTo>
                    <a:pt x="196595" y="196595"/>
                  </a:moveTo>
                  <a:lnTo>
                    <a:pt x="192786" y="192786"/>
                  </a:lnTo>
                  <a:lnTo>
                    <a:pt x="196595" y="188976"/>
                  </a:lnTo>
                  <a:lnTo>
                    <a:pt x="196595" y="196595"/>
                  </a:lnTo>
                  <a:close/>
                </a:path>
                <a:path w="1203959" h="386080">
                  <a:moveTo>
                    <a:pt x="204216" y="196595"/>
                  </a:moveTo>
                  <a:lnTo>
                    <a:pt x="196595" y="196595"/>
                  </a:lnTo>
                  <a:lnTo>
                    <a:pt x="196595" y="188976"/>
                  </a:lnTo>
                  <a:lnTo>
                    <a:pt x="202728" y="188976"/>
                  </a:lnTo>
                  <a:lnTo>
                    <a:pt x="207264" y="193548"/>
                  </a:lnTo>
                  <a:lnTo>
                    <a:pt x="204216" y="196595"/>
                  </a:lnTo>
                  <a:close/>
                </a:path>
                <a:path w="1203959" h="386080">
                  <a:moveTo>
                    <a:pt x="1193292" y="196595"/>
                  </a:moveTo>
                  <a:lnTo>
                    <a:pt x="1189482" y="192786"/>
                  </a:lnTo>
                  <a:lnTo>
                    <a:pt x="1193292" y="188976"/>
                  </a:lnTo>
                  <a:lnTo>
                    <a:pt x="1193292" y="196595"/>
                  </a:lnTo>
                  <a:close/>
                </a:path>
                <a:path w="1203959" h="386080">
                  <a:moveTo>
                    <a:pt x="1200887" y="196595"/>
                  </a:moveTo>
                  <a:lnTo>
                    <a:pt x="1193292" y="196595"/>
                  </a:lnTo>
                  <a:lnTo>
                    <a:pt x="1193292" y="188976"/>
                  </a:lnTo>
                  <a:lnTo>
                    <a:pt x="1199388" y="188976"/>
                  </a:lnTo>
                  <a:lnTo>
                    <a:pt x="1203960" y="193548"/>
                  </a:lnTo>
                  <a:lnTo>
                    <a:pt x="1200887" y="196595"/>
                  </a:lnTo>
                  <a:close/>
                </a:path>
                <a:path w="1203959" h="386080">
                  <a:moveTo>
                    <a:pt x="1010412" y="385572"/>
                  </a:moveTo>
                  <a:lnTo>
                    <a:pt x="0" y="385572"/>
                  </a:lnTo>
                  <a:lnTo>
                    <a:pt x="192786" y="192786"/>
                  </a:lnTo>
                  <a:lnTo>
                    <a:pt x="196595" y="196595"/>
                  </a:lnTo>
                  <a:lnTo>
                    <a:pt x="204216" y="196595"/>
                  </a:lnTo>
                  <a:lnTo>
                    <a:pt x="25907" y="374904"/>
                  </a:lnTo>
                  <a:lnTo>
                    <a:pt x="13716" y="374904"/>
                  </a:lnTo>
                  <a:lnTo>
                    <a:pt x="16764" y="384048"/>
                  </a:lnTo>
                  <a:lnTo>
                    <a:pt x="1011948" y="384048"/>
                  </a:lnTo>
                  <a:lnTo>
                    <a:pt x="1010412" y="385572"/>
                  </a:lnTo>
                  <a:close/>
                </a:path>
                <a:path w="1203959" h="386080">
                  <a:moveTo>
                    <a:pt x="1005840" y="376428"/>
                  </a:moveTo>
                  <a:lnTo>
                    <a:pt x="1189482" y="192786"/>
                  </a:lnTo>
                  <a:lnTo>
                    <a:pt x="1193292" y="196595"/>
                  </a:lnTo>
                  <a:lnTo>
                    <a:pt x="1200887" y="196595"/>
                  </a:lnTo>
                  <a:lnTo>
                    <a:pt x="1021164" y="374904"/>
                  </a:lnTo>
                  <a:lnTo>
                    <a:pt x="1008888" y="374904"/>
                  </a:lnTo>
                  <a:lnTo>
                    <a:pt x="1005840" y="376428"/>
                  </a:lnTo>
                  <a:close/>
                </a:path>
                <a:path w="1203959" h="386080">
                  <a:moveTo>
                    <a:pt x="16764" y="384048"/>
                  </a:moveTo>
                  <a:lnTo>
                    <a:pt x="13716" y="374904"/>
                  </a:lnTo>
                  <a:lnTo>
                    <a:pt x="25907" y="374904"/>
                  </a:lnTo>
                  <a:lnTo>
                    <a:pt x="16764" y="384048"/>
                  </a:lnTo>
                  <a:close/>
                </a:path>
                <a:path w="1203959" h="386080">
                  <a:moveTo>
                    <a:pt x="1011948" y="384048"/>
                  </a:moveTo>
                  <a:lnTo>
                    <a:pt x="16764" y="384048"/>
                  </a:lnTo>
                  <a:lnTo>
                    <a:pt x="25907" y="374904"/>
                  </a:lnTo>
                  <a:lnTo>
                    <a:pt x="1007364" y="374904"/>
                  </a:lnTo>
                  <a:lnTo>
                    <a:pt x="1005840" y="376428"/>
                  </a:lnTo>
                  <a:lnTo>
                    <a:pt x="1019628" y="376428"/>
                  </a:lnTo>
                  <a:lnTo>
                    <a:pt x="1011948" y="384048"/>
                  </a:lnTo>
                  <a:close/>
                </a:path>
                <a:path w="1203959" h="386080">
                  <a:moveTo>
                    <a:pt x="1019628" y="376428"/>
                  </a:moveTo>
                  <a:lnTo>
                    <a:pt x="1005840" y="376428"/>
                  </a:lnTo>
                  <a:lnTo>
                    <a:pt x="1008888" y="374904"/>
                  </a:lnTo>
                  <a:lnTo>
                    <a:pt x="1021164" y="374904"/>
                  </a:lnTo>
                  <a:lnTo>
                    <a:pt x="1019628" y="376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/>
          <p:cNvSpPr txBox="1"/>
          <p:nvPr/>
        </p:nvSpPr>
        <p:spPr>
          <a:xfrm>
            <a:off x="6743088" y="1560031"/>
            <a:ext cx="633730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101600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2.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Send</a:t>
            </a:r>
            <a:r>
              <a:rPr dirty="0" sz="750" spc="-10" b="1">
                <a:latin typeface="Calibri"/>
                <a:cs typeface="Calibri"/>
              </a:rPr>
              <a:t> </a:t>
            </a:r>
            <a:r>
              <a:rPr dirty="0" sz="750" spc="-20" b="1">
                <a:latin typeface="Calibri"/>
                <a:cs typeface="Calibri"/>
              </a:rPr>
              <a:t>list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units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fail</a:t>
            </a:r>
            <a:r>
              <a:rPr dirty="0" sz="750" spc="-2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to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SPE</a:t>
            </a:r>
            <a:endParaRPr sz="750">
              <a:latin typeface="Calibri"/>
              <a:cs typeface="Calibri"/>
            </a:endParaRPr>
          </a:p>
          <a:p>
            <a:pPr marL="143510">
              <a:lnSpc>
                <a:spcPts val="860"/>
              </a:lnSpc>
            </a:pPr>
            <a:r>
              <a:rPr dirty="0" sz="750" spc="-10" b="1">
                <a:latin typeface="Calibri"/>
                <a:cs typeface="Calibri"/>
              </a:rPr>
              <a:t>approval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673340" y="1556004"/>
            <a:ext cx="1202690" cy="386080"/>
            <a:chOff x="7673340" y="1556004"/>
            <a:chExt cx="1202690" cy="386080"/>
          </a:xfrm>
        </p:grpSpPr>
        <p:sp>
          <p:nvSpPr>
            <p:cNvPr id="100" name="object 100"/>
            <p:cNvSpPr/>
            <p:nvPr/>
          </p:nvSpPr>
          <p:spPr>
            <a:xfrm>
              <a:off x="7685532" y="1562100"/>
              <a:ext cx="1183005" cy="375285"/>
            </a:xfrm>
            <a:custGeom>
              <a:avLst/>
              <a:gdLst/>
              <a:ahLst/>
              <a:cxnLst/>
              <a:rect l="l" t="t" r="r" b="b"/>
              <a:pathLst>
                <a:path w="1183004" h="375285">
                  <a:moveTo>
                    <a:pt x="995171" y="374904"/>
                  </a:moveTo>
                  <a:lnTo>
                    <a:pt x="0" y="374904"/>
                  </a:lnTo>
                  <a:lnTo>
                    <a:pt x="187451" y="187451"/>
                  </a:lnTo>
                  <a:lnTo>
                    <a:pt x="0" y="0"/>
                  </a:lnTo>
                  <a:lnTo>
                    <a:pt x="995171" y="0"/>
                  </a:lnTo>
                  <a:lnTo>
                    <a:pt x="1182623" y="187451"/>
                  </a:lnTo>
                  <a:lnTo>
                    <a:pt x="995171" y="374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7673340" y="1556004"/>
              <a:ext cx="1202690" cy="386080"/>
            </a:xfrm>
            <a:custGeom>
              <a:avLst/>
              <a:gdLst/>
              <a:ahLst/>
              <a:cxnLst/>
              <a:rect l="l" t="t" r="r" b="b"/>
              <a:pathLst>
                <a:path w="1202690" h="386080">
                  <a:moveTo>
                    <a:pt x="191291" y="192786"/>
                  </a:moveTo>
                  <a:lnTo>
                    <a:pt x="0" y="0"/>
                  </a:lnTo>
                  <a:lnTo>
                    <a:pt x="1010412" y="0"/>
                  </a:lnTo>
                  <a:lnTo>
                    <a:pt x="1011924" y="1524"/>
                  </a:lnTo>
                  <a:lnTo>
                    <a:pt x="15240" y="1524"/>
                  </a:lnTo>
                  <a:lnTo>
                    <a:pt x="12192" y="10668"/>
                  </a:lnTo>
                  <a:lnTo>
                    <a:pt x="24384" y="10668"/>
                  </a:lnTo>
                  <a:lnTo>
                    <a:pt x="202692" y="188976"/>
                  </a:lnTo>
                  <a:lnTo>
                    <a:pt x="195072" y="188976"/>
                  </a:lnTo>
                  <a:lnTo>
                    <a:pt x="191291" y="192786"/>
                  </a:lnTo>
                  <a:close/>
                </a:path>
                <a:path w="1202690" h="386080">
                  <a:moveTo>
                    <a:pt x="24384" y="10668"/>
                  </a:moveTo>
                  <a:lnTo>
                    <a:pt x="12192" y="10668"/>
                  </a:lnTo>
                  <a:lnTo>
                    <a:pt x="15240" y="1524"/>
                  </a:lnTo>
                  <a:lnTo>
                    <a:pt x="24384" y="10668"/>
                  </a:lnTo>
                  <a:close/>
                </a:path>
                <a:path w="1202690" h="386080">
                  <a:moveTo>
                    <a:pt x="1005840" y="10668"/>
                  </a:moveTo>
                  <a:lnTo>
                    <a:pt x="24384" y="10668"/>
                  </a:lnTo>
                  <a:lnTo>
                    <a:pt x="15240" y="1524"/>
                  </a:lnTo>
                  <a:lnTo>
                    <a:pt x="1011924" y="1524"/>
                  </a:lnTo>
                  <a:lnTo>
                    <a:pt x="1019484" y="9144"/>
                  </a:lnTo>
                  <a:lnTo>
                    <a:pt x="1004316" y="9144"/>
                  </a:lnTo>
                  <a:lnTo>
                    <a:pt x="1005840" y="10668"/>
                  </a:lnTo>
                  <a:close/>
                </a:path>
                <a:path w="1202690" h="386080">
                  <a:moveTo>
                    <a:pt x="1187958" y="192786"/>
                  </a:moveTo>
                  <a:lnTo>
                    <a:pt x="1004316" y="9144"/>
                  </a:lnTo>
                  <a:lnTo>
                    <a:pt x="1007364" y="10668"/>
                  </a:lnTo>
                  <a:lnTo>
                    <a:pt x="1020996" y="10668"/>
                  </a:lnTo>
                  <a:lnTo>
                    <a:pt x="1197900" y="188976"/>
                  </a:lnTo>
                  <a:lnTo>
                    <a:pt x="1191768" y="188976"/>
                  </a:lnTo>
                  <a:lnTo>
                    <a:pt x="1187958" y="192786"/>
                  </a:lnTo>
                  <a:close/>
                </a:path>
                <a:path w="1202690" h="386080">
                  <a:moveTo>
                    <a:pt x="1020996" y="10668"/>
                  </a:moveTo>
                  <a:lnTo>
                    <a:pt x="1007364" y="10668"/>
                  </a:lnTo>
                  <a:lnTo>
                    <a:pt x="1004316" y="9144"/>
                  </a:lnTo>
                  <a:lnTo>
                    <a:pt x="1019484" y="9144"/>
                  </a:lnTo>
                  <a:lnTo>
                    <a:pt x="1020996" y="10668"/>
                  </a:lnTo>
                  <a:close/>
                </a:path>
                <a:path w="1202690" h="386080">
                  <a:moveTo>
                    <a:pt x="195072" y="196595"/>
                  </a:moveTo>
                  <a:lnTo>
                    <a:pt x="191291" y="192786"/>
                  </a:lnTo>
                  <a:lnTo>
                    <a:pt x="195072" y="188976"/>
                  </a:lnTo>
                  <a:lnTo>
                    <a:pt x="195072" y="196595"/>
                  </a:lnTo>
                  <a:close/>
                </a:path>
                <a:path w="1202690" h="386080">
                  <a:moveTo>
                    <a:pt x="204191" y="196595"/>
                  </a:moveTo>
                  <a:lnTo>
                    <a:pt x="195072" y="196595"/>
                  </a:lnTo>
                  <a:lnTo>
                    <a:pt x="195072" y="188976"/>
                  </a:lnTo>
                  <a:lnTo>
                    <a:pt x="202692" y="188976"/>
                  </a:lnTo>
                  <a:lnTo>
                    <a:pt x="207264" y="193548"/>
                  </a:lnTo>
                  <a:lnTo>
                    <a:pt x="204191" y="196595"/>
                  </a:lnTo>
                  <a:close/>
                </a:path>
                <a:path w="1202690" h="386080">
                  <a:moveTo>
                    <a:pt x="1191768" y="196595"/>
                  </a:moveTo>
                  <a:lnTo>
                    <a:pt x="1187958" y="192786"/>
                  </a:lnTo>
                  <a:lnTo>
                    <a:pt x="1191768" y="188976"/>
                  </a:lnTo>
                  <a:lnTo>
                    <a:pt x="1191768" y="196595"/>
                  </a:lnTo>
                  <a:close/>
                </a:path>
                <a:path w="1202690" h="386080">
                  <a:moveTo>
                    <a:pt x="1199388" y="196595"/>
                  </a:moveTo>
                  <a:lnTo>
                    <a:pt x="1191768" y="196595"/>
                  </a:lnTo>
                  <a:lnTo>
                    <a:pt x="1191768" y="188976"/>
                  </a:lnTo>
                  <a:lnTo>
                    <a:pt x="1197900" y="188976"/>
                  </a:lnTo>
                  <a:lnTo>
                    <a:pt x="1202436" y="193548"/>
                  </a:lnTo>
                  <a:lnTo>
                    <a:pt x="1199388" y="196595"/>
                  </a:lnTo>
                  <a:close/>
                </a:path>
                <a:path w="1202690" h="386080">
                  <a:moveTo>
                    <a:pt x="1010412" y="385572"/>
                  </a:moveTo>
                  <a:lnTo>
                    <a:pt x="0" y="385572"/>
                  </a:lnTo>
                  <a:lnTo>
                    <a:pt x="191291" y="192786"/>
                  </a:lnTo>
                  <a:lnTo>
                    <a:pt x="195072" y="196595"/>
                  </a:lnTo>
                  <a:lnTo>
                    <a:pt x="204191" y="196595"/>
                  </a:lnTo>
                  <a:lnTo>
                    <a:pt x="24457" y="374904"/>
                  </a:lnTo>
                  <a:lnTo>
                    <a:pt x="12192" y="374904"/>
                  </a:lnTo>
                  <a:lnTo>
                    <a:pt x="15240" y="384048"/>
                  </a:lnTo>
                  <a:lnTo>
                    <a:pt x="1011936" y="384048"/>
                  </a:lnTo>
                  <a:lnTo>
                    <a:pt x="1010412" y="385572"/>
                  </a:lnTo>
                  <a:close/>
                </a:path>
                <a:path w="1202690" h="386080">
                  <a:moveTo>
                    <a:pt x="1004316" y="376428"/>
                  </a:moveTo>
                  <a:lnTo>
                    <a:pt x="1187958" y="192786"/>
                  </a:lnTo>
                  <a:lnTo>
                    <a:pt x="1191768" y="196595"/>
                  </a:lnTo>
                  <a:lnTo>
                    <a:pt x="1199388" y="196595"/>
                  </a:lnTo>
                  <a:lnTo>
                    <a:pt x="1021080" y="374904"/>
                  </a:lnTo>
                  <a:lnTo>
                    <a:pt x="1007364" y="374904"/>
                  </a:lnTo>
                  <a:lnTo>
                    <a:pt x="1004316" y="376428"/>
                  </a:lnTo>
                  <a:close/>
                </a:path>
                <a:path w="1202690" h="386080">
                  <a:moveTo>
                    <a:pt x="15240" y="384048"/>
                  </a:moveTo>
                  <a:lnTo>
                    <a:pt x="12192" y="374904"/>
                  </a:lnTo>
                  <a:lnTo>
                    <a:pt x="24457" y="374904"/>
                  </a:lnTo>
                  <a:lnTo>
                    <a:pt x="15240" y="384048"/>
                  </a:lnTo>
                  <a:close/>
                </a:path>
                <a:path w="1202690" h="386080">
                  <a:moveTo>
                    <a:pt x="1011936" y="384048"/>
                  </a:moveTo>
                  <a:lnTo>
                    <a:pt x="15240" y="384048"/>
                  </a:lnTo>
                  <a:lnTo>
                    <a:pt x="24457" y="374904"/>
                  </a:lnTo>
                  <a:lnTo>
                    <a:pt x="1005840" y="374904"/>
                  </a:lnTo>
                  <a:lnTo>
                    <a:pt x="1004316" y="376428"/>
                  </a:lnTo>
                  <a:lnTo>
                    <a:pt x="1019556" y="376428"/>
                  </a:lnTo>
                  <a:lnTo>
                    <a:pt x="1011936" y="384048"/>
                  </a:lnTo>
                  <a:close/>
                </a:path>
                <a:path w="1202690" h="386080">
                  <a:moveTo>
                    <a:pt x="1019556" y="376428"/>
                  </a:moveTo>
                  <a:lnTo>
                    <a:pt x="1004316" y="376428"/>
                  </a:lnTo>
                  <a:lnTo>
                    <a:pt x="1007364" y="374904"/>
                  </a:lnTo>
                  <a:lnTo>
                    <a:pt x="1021080" y="374904"/>
                  </a:lnTo>
                  <a:lnTo>
                    <a:pt x="1019556" y="376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/>
          <p:cNvSpPr txBox="1"/>
          <p:nvPr/>
        </p:nvSpPr>
        <p:spPr>
          <a:xfrm>
            <a:off x="7956207" y="1616410"/>
            <a:ext cx="661670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32715" marR="5080" indent="-120650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3.</a:t>
            </a:r>
            <a:r>
              <a:rPr dirty="0" sz="750" spc="-1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Customer</a:t>
            </a:r>
            <a:r>
              <a:rPr dirty="0" sz="750" spc="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SPE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approved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4227576" y="2189987"/>
            <a:ext cx="4474845" cy="2889885"/>
            <a:chOff x="4227576" y="2189987"/>
            <a:chExt cx="4474845" cy="2889885"/>
          </a:xfrm>
        </p:grpSpPr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53812" y="3320796"/>
              <a:ext cx="1022603" cy="659891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44055" y="3320796"/>
              <a:ext cx="1071372" cy="664463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70292" y="3296411"/>
              <a:ext cx="1031747" cy="67970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7912608" y="3323843"/>
              <a:ext cx="378460" cy="460375"/>
            </a:xfrm>
            <a:custGeom>
              <a:avLst/>
              <a:gdLst/>
              <a:ahLst/>
              <a:cxnLst/>
              <a:rect l="l" t="t" r="r" b="b"/>
              <a:pathLst>
                <a:path w="378459" h="460375">
                  <a:moveTo>
                    <a:pt x="149352" y="74676"/>
                  </a:moveTo>
                  <a:lnTo>
                    <a:pt x="147828" y="73152"/>
                  </a:lnTo>
                  <a:lnTo>
                    <a:pt x="140208" y="65532"/>
                  </a:lnTo>
                  <a:lnTo>
                    <a:pt x="126492" y="51816"/>
                  </a:lnTo>
                  <a:lnTo>
                    <a:pt x="126492" y="65532"/>
                  </a:lnTo>
                  <a:lnTo>
                    <a:pt x="100584" y="65532"/>
                  </a:lnTo>
                  <a:lnTo>
                    <a:pt x="100584" y="259080"/>
                  </a:lnTo>
                  <a:lnTo>
                    <a:pt x="48768" y="259080"/>
                  </a:lnTo>
                  <a:lnTo>
                    <a:pt x="48768" y="74676"/>
                  </a:lnTo>
                  <a:lnTo>
                    <a:pt x="48768" y="70104"/>
                  </a:lnTo>
                  <a:lnTo>
                    <a:pt x="48768" y="65532"/>
                  </a:lnTo>
                  <a:lnTo>
                    <a:pt x="24384" y="65532"/>
                  </a:lnTo>
                  <a:lnTo>
                    <a:pt x="75438" y="14478"/>
                  </a:lnTo>
                  <a:lnTo>
                    <a:pt x="126492" y="65532"/>
                  </a:lnTo>
                  <a:lnTo>
                    <a:pt x="126492" y="51816"/>
                  </a:lnTo>
                  <a:lnTo>
                    <a:pt x="85344" y="10668"/>
                  </a:lnTo>
                  <a:lnTo>
                    <a:pt x="74676" y="0"/>
                  </a:lnTo>
                  <a:lnTo>
                    <a:pt x="0" y="74676"/>
                  </a:lnTo>
                  <a:lnTo>
                    <a:pt x="38100" y="74676"/>
                  </a:lnTo>
                  <a:lnTo>
                    <a:pt x="38100" y="269748"/>
                  </a:lnTo>
                  <a:lnTo>
                    <a:pt x="111252" y="269748"/>
                  </a:lnTo>
                  <a:lnTo>
                    <a:pt x="111252" y="263652"/>
                  </a:lnTo>
                  <a:lnTo>
                    <a:pt x="111252" y="259080"/>
                  </a:lnTo>
                  <a:lnTo>
                    <a:pt x="111252" y="74676"/>
                  </a:lnTo>
                  <a:lnTo>
                    <a:pt x="149352" y="74676"/>
                  </a:lnTo>
                  <a:close/>
                </a:path>
                <a:path w="378459" h="460375">
                  <a:moveTo>
                    <a:pt x="377952" y="350532"/>
                  </a:moveTo>
                  <a:lnTo>
                    <a:pt x="376618" y="339864"/>
                  </a:lnTo>
                  <a:lnTo>
                    <a:pt x="376428" y="338340"/>
                  </a:lnTo>
                  <a:lnTo>
                    <a:pt x="374904" y="327672"/>
                  </a:lnTo>
                  <a:lnTo>
                    <a:pt x="370332" y="317004"/>
                  </a:lnTo>
                  <a:lnTo>
                    <a:pt x="367284" y="311670"/>
                  </a:lnTo>
                  <a:lnTo>
                    <a:pt x="367284" y="350532"/>
                  </a:lnTo>
                  <a:lnTo>
                    <a:pt x="365760" y="361200"/>
                  </a:lnTo>
                  <a:lnTo>
                    <a:pt x="365760" y="359676"/>
                  </a:lnTo>
                  <a:lnTo>
                    <a:pt x="364236" y="370344"/>
                  </a:lnTo>
                  <a:lnTo>
                    <a:pt x="364236" y="368820"/>
                  </a:lnTo>
                  <a:lnTo>
                    <a:pt x="361188" y="379488"/>
                  </a:lnTo>
                  <a:lnTo>
                    <a:pt x="361188" y="377964"/>
                  </a:lnTo>
                  <a:lnTo>
                    <a:pt x="355092" y="388632"/>
                  </a:lnTo>
                  <a:lnTo>
                    <a:pt x="356616" y="387108"/>
                  </a:lnTo>
                  <a:lnTo>
                    <a:pt x="348996" y="396252"/>
                  </a:lnTo>
                  <a:lnTo>
                    <a:pt x="350520" y="396252"/>
                  </a:lnTo>
                  <a:lnTo>
                    <a:pt x="342900" y="405396"/>
                  </a:lnTo>
                  <a:lnTo>
                    <a:pt x="333756" y="413016"/>
                  </a:lnTo>
                  <a:lnTo>
                    <a:pt x="335280" y="413016"/>
                  </a:lnTo>
                  <a:lnTo>
                    <a:pt x="324612" y="419112"/>
                  </a:lnTo>
                  <a:lnTo>
                    <a:pt x="313944" y="426732"/>
                  </a:lnTo>
                  <a:lnTo>
                    <a:pt x="315468" y="425208"/>
                  </a:lnTo>
                  <a:lnTo>
                    <a:pt x="291084" y="437400"/>
                  </a:lnTo>
                  <a:lnTo>
                    <a:pt x="278892" y="441972"/>
                  </a:lnTo>
                  <a:lnTo>
                    <a:pt x="278892" y="440448"/>
                  </a:lnTo>
                  <a:lnTo>
                    <a:pt x="265176" y="445020"/>
                  </a:lnTo>
                  <a:lnTo>
                    <a:pt x="249936" y="446544"/>
                  </a:lnTo>
                  <a:lnTo>
                    <a:pt x="251460" y="446544"/>
                  </a:lnTo>
                  <a:lnTo>
                    <a:pt x="220980" y="449592"/>
                  </a:lnTo>
                  <a:lnTo>
                    <a:pt x="190500" y="446544"/>
                  </a:lnTo>
                  <a:lnTo>
                    <a:pt x="176784" y="445020"/>
                  </a:lnTo>
                  <a:lnTo>
                    <a:pt x="167640" y="441972"/>
                  </a:lnTo>
                  <a:lnTo>
                    <a:pt x="163068" y="440448"/>
                  </a:lnTo>
                  <a:lnTo>
                    <a:pt x="163068" y="441972"/>
                  </a:lnTo>
                  <a:lnTo>
                    <a:pt x="150876" y="437400"/>
                  </a:lnTo>
                  <a:lnTo>
                    <a:pt x="129540" y="426732"/>
                  </a:lnTo>
                  <a:lnTo>
                    <a:pt x="126492" y="425208"/>
                  </a:lnTo>
                  <a:lnTo>
                    <a:pt x="126492" y="426732"/>
                  </a:lnTo>
                  <a:lnTo>
                    <a:pt x="115824" y="419112"/>
                  </a:lnTo>
                  <a:lnTo>
                    <a:pt x="117348" y="419112"/>
                  </a:lnTo>
                  <a:lnTo>
                    <a:pt x="106680" y="413016"/>
                  </a:lnTo>
                  <a:lnTo>
                    <a:pt x="108204" y="413016"/>
                  </a:lnTo>
                  <a:lnTo>
                    <a:pt x="99060" y="405396"/>
                  </a:lnTo>
                  <a:lnTo>
                    <a:pt x="91440" y="396252"/>
                  </a:lnTo>
                  <a:lnTo>
                    <a:pt x="86360" y="388632"/>
                  </a:lnTo>
                  <a:lnTo>
                    <a:pt x="85344" y="387108"/>
                  </a:lnTo>
                  <a:lnTo>
                    <a:pt x="85344" y="388632"/>
                  </a:lnTo>
                  <a:lnTo>
                    <a:pt x="81419" y="379488"/>
                  </a:lnTo>
                  <a:lnTo>
                    <a:pt x="80772" y="377964"/>
                  </a:lnTo>
                  <a:lnTo>
                    <a:pt x="80772" y="379488"/>
                  </a:lnTo>
                  <a:lnTo>
                    <a:pt x="78155" y="370344"/>
                  </a:lnTo>
                  <a:lnTo>
                    <a:pt x="77724" y="368820"/>
                  </a:lnTo>
                  <a:lnTo>
                    <a:pt x="77724" y="370344"/>
                  </a:lnTo>
                  <a:lnTo>
                    <a:pt x="75107" y="361200"/>
                  </a:lnTo>
                  <a:lnTo>
                    <a:pt x="74676" y="359676"/>
                  </a:lnTo>
                  <a:lnTo>
                    <a:pt x="74676" y="341388"/>
                  </a:lnTo>
                  <a:lnTo>
                    <a:pt x="91440" y="303288"/>
                  </a:lnTo>
                  <a:lnTo>
                    <a:pt x="108204" y="288048"/>
                  </a:lnTo>
                  <a:lnTo>
                    <a:pt x="106680" y="288048"/>
                  </a:lnTo>
                  <a:lnTo>
                    <a:pt x="117348" y="280428"/>
                  </a:lnTo>
                  <a:lnTo>
                    <a:pt x="115824" y="280428"/>
                  </a:lnTo>
                  <a:lnTo>
                    <a:pt x="128016" y="274332"/>
                  </a:lnTo>
                  <a:lnTo>
                    <a:pt x="126492" y="274332"/>
                  </a:lnTo>
                  <a:lnTo>
                    <a:pt x="138684" y="268236"/>
                  </a:lnTo>
                  <a:lnTo>
                    <a:pt x="163068" y="259092"/>
                  </a:lnTo>
                  <a:lnTo>
                    <a:pt x="190500" y="252996"/>
                  </a:lnTo>
                  <a:lnTo>
                    <a:pt x="205740" y="251472"/>
                  </a:lnTo>
                  <a:lnTo>
                    <a:pt x="236220" y="251472"/>
                  </a:lnTo>
                  <a:lnTo>
                    <a:pt x="251460" y="252996"/>
                  </a:lnTo>
                  <a:lnTo>
                    <a:pt x="249936" y="252996"/>
                  </a:lnTo>
                  <a:lnTo>
                    <a:pt x="265176" y="256044"/>
                  </a:lnTo>
                  <a:lnTo>
                    <a:pt x="278892" y="259092"/>
                  </a:lnTo>
                  <a:lnTo>
                    <a:pt x="303276" y="268236"/>
                  </a:lnTo>
                  <a:lnTo>
                    <a:pt x="315468" y="274332"/>
                  </a:lnTo>
                  <a:lnTo>
                    <a:pt x="313944" y="274332"/>
                  </a:lnTo>
                  <a:lnTo>
                    <a:pt x="324612" y="280428"/>
                  </a:lnTo>
                  <a:lnTo>
                    <a:pt x="335280" y="288048"/>
                  </a:lnTo>
                  <a:lnTo>
                    <a:pt x="333756" y="288048"/>
                  </a:lnTo>
                  <a:lnTo>
                    <a:pt x="342900" y="295668"/>
                  </a:lnTo>
                  <a:lnTo>
                    <a:pt x="350520" y="303288"/>
                  </a:lnTo>
                  <a:lnTo>
                    <a:pt x="348996" y="303288"/>
                  </a:lnTo>
                  <a:lnTo>
                    <a:pt x="356616" y="312432"/>
                  </a:lnTo>
                  <a:lnTo>
                    <a:pt x="355092" y="312432"/>
                  </a:lnTo>
                  <a:lnTo>
                    <a:pt x="361188" y="321576"/>
                  </a:lnTo>
                  <a:lnTo>
                    <a:pt x="364236" y="330720"/>
                  </a:lnTo>
                  <a:lnTo>
                    <a:pt x="365760" y="341388"/>
                  </a:lnTo>
                  <a:lnTo>
                    <a:pt x="365760" y="339864"/>
                  </a:lnTo>
                  <a:lnTo>
                    <a:pt x="367284" y="350532"/>
                  </a:lnTo>
                  <a:lnTo>
                    <a:pt x="367284" y="311670"/>
                  </a:lnTo>
                  <a:lnTo>
                    <a:pt x="364236" y="306336"/>
                  </a:lnTo>
                  <a:lnTo>
                    <a:pt x="320040" y="265188"/>
                  </a:lnTo>
                  <a:lnTo>
                    <a:pt x="291084" y="251472"/>
                  </a:lnTo>
                  <a:lnTo>
                    <a:pt x="281940" y="248424"/>
                  </a:lnTo>
                  <a:lnTo>
                    <a:pt x="251460" y="242328"/>
                  </a:lnTo>
                  <a:lnTo>
                    <a:pt x="236220" y="240804"/>
                  </a:lnTo>
                  <a:lnTo>
                    <a:pt x="205740" y="240804"/>
                  </a:lnTo>
                  <a:lnTo>
                    <a:pt x="188976" y="242328"/>
                  </a:lnTo>
                  <a:lnTo>
                    <a:pt x="175260" y="245376"/>
                  </a:lnTo>
                  <a:lnTo>
                    <a:pt x="160020" y="248424"/>
                  </a:lnTo>
                  <a:lnTo>
                    <a:pt x="121920" y="265188"/>
                  </a:lnTo>
                  <a:lnTo>
                    <a:pt x="91440" y="288048"/>
                  </a:lnTo>
                  <a:lnTo>
                    <a:pt x="67056" y="327672"/>
                  </a:lnTo>
                  <a:lnTo>
                    <a:pt x="64008" y="350532"/>
                  </a:lnTo>
                  <a:lnTo>
                    <a:pt x="65532" y="361200"/>
                  </a:lnTo>
                  <a:lnTo>
                    <a:pt x="67056" y="373392"/>
                  </a:lnTo>
                  <a:lnTo>
                    <a:pt x="91440" y="411492"/>
                  </a:lnTo>
                  <a:lnTo>
                    <a:pt x="121920" y="435876"/>
                  </a:lnTo>
                  <a:lnTo>
                    <a:pt x="160020" y="451116"/>
                  </a:lnTo>
                  <a:lnTo>
                    <a:pt x="175260" y="454164"/>
                  </a:lnTo>
                  <a:lnTo>
                    <a:pt x="188976" y="457212"/>
                  </a:lnTo>
                  <a:lnTo>
                    <a:pt x="220980" y="460260"/>
                  </a:lnTo>
                  <a:lnTo>
                    <a:pt x="251460" y="457212"/>
                  </a:lnTo>
                  <a:lnTo>
                    <a:pt x="281940" y="451116"/>
                  </a:lnTo>
                  <a:lnTo>
                    <a:pt x="286512" y="449592"/>
                  </a:lnTo>
                  <a:lnTo>
                    <a:pt x="295656" y="446544"/>
                  </a:lnTo>
                  <a:lnTo>
                    <a:pt x="307848" y="441972"/>
                  </a:lnTo>
                  <a:lnTo>
                    <a:pt x="320040" y="435876"/>
                  </a:lnTo>
                  <a:lnTo>
                    <a:pt x="332841" y="426732"/>
                  </a:lnTo>
                  <a:lnTo>
                    <a:pt x="341376" y="420636"/>
                  </a:lnTo>
                  <a:lnTo>
                    <a:pt x="350520" y="411492"/>
                  </a:lnTo>
                  <a:lnTo>
                    <a:pt x="358140" y="402348"/>
                  </a:lnTo>
                  <a:lnTo>
                    <a:pt x="368300" y="387108"/>
                  </a:lnTo>
                  <a:lnTo>
                    <a:pt x="370332" y="384060"/>
                  </a:lnTo>
                  <a:lnTo>
                    <a:pt x="372287" y="379488"/>
                  </a:lnTo>
                  <a:lnTo>
                    <a:pt x="374904" y="373392"/>
                  </a:lnTo>
                  <a:lnTo>
                    <a:pt x="375285" y="370344"/>
                  </a:lnTo>
                  <a:lnTo>
                    <a:pt x="376428" y="361200"/>
                  </a:lnTo>
                  <a:lnTo>
                    <a:pt x="377952" y="3505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20867" y="4430268"/>
              <a:ext cx="1002791" cy="649224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4227576" y="2189987"/>
              <a:ext cx="373380" cy="2032000"/>
            </a:xfrm>
            <a:custGeom>
              <a:avLst/>
              <a:gdLst/>
              <a:ahLst/>
              <a:cxnLst/>
              <a:rect l="l" t="t" r="r" b="b"/>
              <a:pathLst>
                <a:path w="373379" h="2032000">
                  <a:moveTo>
                    <a:pt x="62484" y="62483"/>
                  </a:moveTo>
                  <a:lnTo>
                    <a:pt x="0" y="32004"/>
                  </a:lnTo>
                  <a:lnTo>
                    <a:pt x="62484" y="0"/>
                  </a:lnTo>
                  <a:lnTo>
                    <a:pt x="62484" y="28956"/>
                  </a:lnTo>
                  <a:lnTo>
                    <a:pt x="51816" y="28956"/>
                  </a:lnTo>
                  <a:lnTo>
                    <a:pt x="51816" y="33528"/>
                  </a:lnTo>
                  <a:lnTo>
                    <a:pt x="62484" y="33528"/>
                  </a:lnTo>
                  <a:lnTo>
                    <a:pt x="62484" y="62483"/>
                  </a:lnTo>
                  <a:close/>
                </a:path>
                <a:path w="373379" h="2032000">
                  <a:moveTo>
                    <a:pt x="62484" y="33528"/>
                  </a:moveTo>
                  <a:lnTo>
                    <a:pt x="51816" y="33528"/>
                  </a:lnTo>
                  <a:lnTo>
                    <a:pt x="51816" y="28956"/>
                  </a:lnTo>
                  <a:lnTo>
                    <a:pt x="62484" y="28956"/>
                  </a:lnTo>
                  <a:lnTo>
                    <a:pt x="62484" y="33528"/>
                  </a:lnTo>
                  <a:close/>
                </a:path>
                <a:path w="373379" h="2032000">
                  <a:moveTo>
                    <a:pt x="368808" y="33528"/>
                  </a:moveTo>
                  <a:lnTo>
                    <a:pt x="62484" y="33528"/>
                  </a:lnTo>
                  <a:lnTo>
                    <a:pt x="62484" y="28956"/>
                  </a:lnTo>
                  <a:lnTo>
                    <a:pt x="373380" y="28956"/>
                  </a:lnTo>
                  <a:lnTo>
                    <a:pt x="373380" y="32004"/>
                  </a:lnTo>
                  <a:lnTo>
                    <a:pt x="368808" y="32004"/>
                  </a:lnTo>
                  <a:lnTo>
                    <a:pt x="368808" y="33528"/>
                  </a:lnTo>
                  <a:close/>
                </a:path>
                <a:path w="373379" h="2032000">
                  <a:moveTo>
                    <a:pt x="368808" y="2029968"/>
                  </a:moveTo>
                  <a:lnTo>
                    <a:pt x="368808" y="32004"/>
                  </a:lnTo>
                  <a:lnTo>
                    <a:pt x="371856" y="33528"/>
                  </a:lnTo>
                  <a:lnTo>
                    <a:pt x="373380" y="33528"/>
                  </a:lnTo>
                  <a:lnTo>
                    <a:pt x="373380" y="2026920"/>
                  </a:lnTo>
                  <a:lnTo>
                    <a:pt x="371856" y="2026920"/>
                  </a:lnTo>
                  <a:lnTo>
                    <a:pt x="368808" y="2029968"/>
                  </a:lnTo>
                  <a:close/>
                </a:path>
                <a:path w="373379" h="2032000">
                  <a:moveTo>
                    <a:pt x="373380" y="33528"/>
                  </a:moveTo>
                  <a:lnTo>
                    <a:pt x="371856" y="33528"/>
                  </a:lnTo>
                  <a:lnTo>
                    <a:pt x="368808" y="32004"/>
                  </a:lnTo>
                  <a:lnTo>
                    <a:pt x="373380" y="32004"/>
                  </a:lnTo>
                  <a:lnTo>
                    <a:pt x="373380" y="33528"/>
                  </a:lnTo>
                  <a:close/>
                </a:path>
                <a:path w="373379" h="2032000">
                  <a:moveTo>
                    <a:pt x="373380" y="2031492"/>
                  </a:moveTo>
                  <a:lnTo>
                    <a:pt x="182880" y="2031492"/>
                  </a:lnTo>
                  <a:lnTo>
                    <a:pt x="182880" y="2026920"/>
                  </a:lnTo>
                  <a:lnTo>
                    <a:pt x="368808" y="2026920"/>
                  </a:lnTo>
                  <a:lnTo>
                    <a:pt x="368808" y="2029968"/>
                  </a:lnTo>
                  <a:lnTo>
                    <a:pt x="373380" y="2029968"/>
                  </a:lnTo>
                  <a:lnTo>
                    <a:pt x="373380" y="2031492"/>
                  </a:lnTo>
                  <a:close/>
                </a:path>
                <a:path w="373379" h="2032000">
                  <a:moveTo>
                    <a:pt x="373380" y="2029968"/>
                  </a:moveTo>
                  <a:lnTo>
                    <a:pt x="368808" y="2029968"/>
                  </a:lnTo>
                  <a:lnTo>
                    <a:pt x="371856" y="2026920"/>
                  </a:lnTo>
                  <a:lnTo>
                    <a:pt x="373380" y="2026920"/>
                  </a:lnTo>
                  <a:lnTo>
                    <a:pt x="373380" y="202996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>
            <a:off x="4153853" y="4002967"/>
            <a:ext cx="211454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0">
                <a:latin typeface="Arial"/>
                <a:cs typeface="Arial"/>
              </a:rPr>
              <a:t>Fail</a:t>
            </a:r>
            <a:endParaRPr sz="9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190694" y="4502870"/>
            <a:ext cx="28257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0">
                <a:latin typeface="Arial"/>
                <a:cs typeface="Arial"/>
              </a:rPr>
              <a:t>Pass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028178" y="3852144"/>
            <a:ext cx="47434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9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FF0000"/>
                </a:solidFill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026651" y="4425143"/>
            <a:ext cx="56959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000FF"/>
                </a:solidFill>
                <a:latin typeface="Arial"/>
                <a:cs typeface="Arial"/>
              </a:rPr>
              <a:t>Check</a:t>
            </a:r>
            <a:r>
              <a:rPr dirty="0" sz="900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FF"/>
                </a:solidFill>
                <a:latin typeface="Arial"/>
                <a:cs typeface="Arial"/>
              </a:rPr>
              <a:t>Out</a:t>
            </a:r>
            <a:endParaRPr sz="9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758650" y="3868870"/>
            <a:ext cx="131445" cy="649605"/>
          </a:xfrm>
          <a:prstGeom prst="rect">
            <a:avLst/>
          </a:prstGeom>
        </p:spPr>
        <p:txBody>
          <a:bodyPr wrap="square" lIns="0" tIns="254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750">
                <a:solidFill>
                  <a:srgbClr val="FF0000"/>
                </a:solidFill>
                <a:latin typeface="Arial"/>
                <a:cs typeface="Arial"/>
              </a:rPr>
              <a:t>Production</a:t>
            </a:r>
            <a:r>
              <a:rPr dirty="0" sz="750" spc="-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4727448" y="4975860"/>
            <a:ext cx="198120" cy="657225"/>
          </a:xfrm>
          <a:custGeom>
            <a:avLst/>
            <a:gdLst/>
            <a:ahLst/>
            <a:cxnLst/>
            <a:rect l="l" t="t" r="r" b="b"/>
            <a:pathLst>
              <a:path w="198120" h="657225">
                <a:moveTo>
                  <a:pt x="196596" y="656844"/>
                </a:moveTo>
                <a:lnTo>
                  <a:pt x="1524" y="656844"/>
                </a:lnTo>
                <a:lnTo>
                  <a:pt x="0" y="655320"/>
                </a:lnTo>
                <a:lnTo>
                  <a:pt x="0" y="1524"/>
                </a:lnTo>
                <a:lnTo>
                  <a:pt x="1524" y="0"/>
                </a:lnTo>
                <a:lnTo>
                  <a:pt x="196596" y="0"/>
                </a:lnTo>
                <a:lnTo>
                  <a:pt x="198120" y="1524"/>
                </a:lnTo>
                <a:lnTo>
                  <a:pt x="198120" y="4572"/>
                </a:lnTo>
                <a:lnTo>
                  <a:pt x="7620" y="4572"/>
                </a:lnTo>
                <a:lnTo>
                  <a:pt x="3048" y="7620"/>
                </a:lnTo>
                <a:lnTo>
                  <a:pt x="7620" y="7620"/>
                </a:lnTo>
                <a:lnTo>
                  <a:pt x="7620" y="649224"/>
                </a:lnTo>
                <a:lnTo>
                  <a:pt x="3048" y="649224"/>
                </a:lnTo>
                <a:lnTo>
                  <a:pt x="7620" y="653796"/>
                </a:lnTo>
                <a:lnTo>
                  <a:pt x="198120" y="653796"/>
                </a:lnTo>
                <a:lnTo>
                  <a:pt x="198120" y="655320"/>
                </a:lnTo>
                <a:lnTo>
                  <a:pt x="196596" y="656844"/>
                </a:lnTo>
                <a:close/>
              </a:path>
              <a:path w="198120" h="657225">
                <a:moveTo>
                  <a:pt x="7620" y="7620"/>
                </a:moveTo>
                <a:lnTo>
                  <a:pt x="3048" y="7620"/>
                </a:lnTo>
                <a:lnTo>
                  <a:pt x="7620" y="4572"/>
                </a:lnTo>
                <a:lnTo>
                  <a:pt x="7620" y="7620"/>
                </a:lnTo>
                <a:close/>
              </a:path>
              <a:path w="198120" h="657225">
                <a:moveTo>
                  <a:pt x="190500" y="7620"/>
                </a:moveTo>
                <a:lnTo>
                  <a:pt x="7620" y="7620"/>
                </a:lnTo>
                <a:lnTo>
                  <a:pt x="7620" y="4572"/>
                </a:lnTo>
                <a:lnTo>
                  <a:pt x="190500" y="4572"/>
                </a:lnTo>
                <a:lnTo>
                  <a:pt x="190500" y="7620"/>
                </a:lnTo>
                <a:close/>
              </a:path>
              <a:path w="198120" h="657225">
                <a:moveTo>
                  <a:pt x="190500" y="653796"/>
                </a:moveTo>
                <a:lnTo>
                  <a:pt x="190500" y="4572"/>
                </a:lnTo>
                <a:lnTo>
                  <a:pt x="193548" y="7620"/>
                </a:lnTo>
                <a:lnTo>
                  <a:pt x="198120" y="7620"/>
                </a:lnTo>
                <a:lnTo>
                  <a:pt x="198120" y="649224"/>
                </a:lnTo>
                <a:lnTo>
                  <a:pt x="193548" y="649224"/>
                </a:lnTo>
                <a:lnTo>
                  <a:pt x="190500" y="653796"/>
                </a:lnTo>
                <a:close/>
              </a:path>
              <a:path w="198120" h="657225">
                <a:moveTo>
                  <a:pt x="198120" y="7620"/>
                </a:moveTo>
                <a:lnTo>
                  <a:pt x="193548" y="7620"/>
                </a:lnTo>
                <a:lnTo>
                  <a:pt x="190500" y="4572"/>
                </a:lnTo>
                <a:lnTo>
                  <a:pt x="198120" y="4572"/>
                </a:lnTo>
                <a:lnTo>
                  <a:pt x="198120" y="7620"/>
                </a:lnTo>
                <a:close/>
              </a:path>
              <a:path w="198120" h="657225">
                <a:moveTo>
                  <a:pt x="7620" y="653796"/>
                </a:moveTo>
                <a:lnTo>
                  <a:pt x="3048" y="649224"/>
                </a:lnTo>
                <a:lnTo>
                  <a:pt x="7620" y="649224"/>
                </a:lnTo>
                <a:lnTo>
                  <a:pt x="7620" y="653796"/>
                </a:lnTo>
                <a:close/>
              </a:path>
              <a:path w="198120" h="657225">
                <a:moveTo>
                  <a:pt x="190500" y="653796"/>
                </a:moveTo>
                <a:lnTo>
                  <a:pt x="7620" y="653796"/>
                </a:lnTo>
                <a:lnTo>
                  <a:pt x="7620" y="649224"/>
                </a:lnTo>
                <a:lnTo>
                  <a:pt x="190500" y="649224"/>
                </a:lnTo>
                <a:lnTo>
                  <a:pt x="190500" y="653796"/>
                </a:lnTo>
                <a:close/>
              </a:path>
              <a:path w="198120" h="657225">
                <a:moveTo>
                  <a:pt x="198120" y="653796"/>
                </a:moveTo>
                <a:lnTo>
                  <a:pt x="190500" y="653796"/>
                </a:lnTo>
                <a:lnTo>
                  <a:pt x="193548" y="649224"/>
                </a:lnTo>
                <a:lnTo>
                  <a:pt x="198120" y="649224"/>
                </a:lnTo>
                <a:lnTo>
                  <a:pt x="198120" y="65379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>
            <a:off x="4758650" y="5042340"/>
            <a:ext cx="131445" cy="517525"/>
          </a:xfrm>
          <a:prstGeom prst="rect">
            <a:avLst/>
          </a:prstGeom>
        </p:spPr>
        <p:txBody>
          <a:bodyPr wrap="square" lIns="0" tIns="254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75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dirty="0" sz="750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0000FF"/>
                </a:solidFill>
                <a:latin typeface="Arial"/>
                <a:cs typeface="Arial"/>
              </a:rPr>
              <a:t>RE</a:t>
            </a:r>
            <a:r>
              <a:rPr dirty="0" sz="75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0000FF"/>
                </a:solidFill>
                <a:latin typeface="Arial"/>
                <a:cs typeface="Arial"/>
              </a:rPr>
              <a:t>room</a:t>
            </a:r>
            <a:endParaRPr sz="750">
              <a:latin typeface="Arial"/>
              <a:cs typeface="Arial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4762499" y="2171700"/>
            <a:ext cx="198120" cy="657225"/>
          </a:xfrm>
          <a:custGeom>
            <a:avLst/>
            <a:gdLst/>
            <a:ahLst/>
            <a:cxnLst/>
            <a:rect l="l" t="t" r="r" b="b"/>
            <a:pathLst>
              <a:path w="198120" h="657225">
                <a:moveTo>
                  <a:pt x="196596" y="656844"/>
                </a:moveTo>
                <a:lnTo>
                  <a:pt x="1524" y="656844"/>
                </a:lnTo>
                <a:lnTo>
                  <a:pt x="0" y="655320"/>
                </a:lnTo>
                <a:lnTo>
                  <a:pt x="0" y="1524"/>
                </a:lnTo>
                <a:lnTo>
                  <a:pt x="1524" y="0"/>
                </a:lnTo>
                <a:lnTo>
                  <a:pt x="196596" y="0"/>
                </a:lnTo>
                <a:lnTo>
                  <a:pt x="198120" y="1524"/>
                </a:lnTo>
                <a:lnTo>
                  <a:pt x="198120" y="4572"/>
                </a:lnTo>
                <a:lnTo>
                  <a:pt x="7620" y="4572"/>
                </a:lnTo>
                <a:lnTo>
                  <a:pt x="4572" y="7620"/>
                </a:lnTo>
                <a:lnTo>
                  <a:pt x="7620" y="7620"/>
                </a:lnTo>
                <a:lnTo>
                  <a:pt x="7620" y="649224"/>
                </a:lnTo>
                <a:lnTo>
                  <a:pt x="4572" y="649224"/>
                </a:lnTo>
                <a:lnTo>
                  <a:pt x="7620" y="653796"/>
                </a:lnTo>
                <a:lnTo>
                  <a:pt x="198120" y="653796"/>
                </a:lnTo>
                <a:lnTo>
                  <a:pt x="198120" y="655320"/>
                </a:lnTo>
                <a:lnTo>
                  <a:pt x="196596" y="656844"/>
                </a:lnTo>
                <a:close/>
              </a:path>
              <a:path w="198120" h="657225">
                <a:moveTo>
                  <a:pt x="7620" y="7620"/>
                </a:moveTo>
                <a:lnTo>
                  <a:pt x="4572" y="7620"/>
                </a:lnTo>
                <a:lnTo>
                  <a:pt x="7620" y="4572"/>
                </a:lnTo>
                <a:lnTo>
                  <a:pt x="7620" y="7620"/>
                </a:lnTo>
                <a:close/>
              </a:path>
              <a:path w="198120" h="657225">
                <a:moveTo>
                  <a:pt x="190500" y="7620"/>
                </a:moveTo>
                <a:lnTo>
                  <a:pt x="7620" y="7620"/>
                </a:lnTo>
                <a:lnTo>
                  <a:pt x="7620" y="4572"/>
                </a:lnTo>
                <a:lnTo>
                  <a:pt x="190500" y="4572"/>
                </a:lnTo>
                <a:lnTo>
                  <a:pt x="190500" y="7620"/>
                </a:lnTo>
                <a:close/>
              </a:path>
              <a:path w="198120" h="657225">
                <a:moveTo>
                  <a:pt x="190500" y="653796"/>
                </a:moveTo>
                <a:lnTo>
                  <a:pt x="190500" y="4572"/>
                </a:lnTo>
                <a:lnTo>
                  <a:pt x="195072" y="7620"/>
                </a:lnTo>
                <a:lnTo>
                  <a:pt x="198120" y="7620"/>
                </a:lnTo>
                <a:lnTo>
                  <a:pt x="198120" y="649224"/>
                </a:lnTo>
                <a:lnTo>
                  <a:pt x="195072" y="649224"/>
                </a:lnTo>
                <a:lnTo>
                  <a:pt x="190500" y="653796"/>
                </a:lnTo>
                <a:close/>
              </a:path>
              <a:path w="198120" h="657225">
                <a:moveTo>
                  <a:pt x="198120" y="7620"/>
                </a:moveTo>
                <a:lnTo>
                  <a:pt x="195072" y="7620"/>
                </a:lnTo>
                <a:lnTo>
                  <a:pt x="190500" y="4572"/>
                </a:lnTo>
                <a:lnTo>
                  <a:pt x="198120" y="4572"/>
                </a:lnTo>
                <a:lnTo>
                  <a:pt x="198120" y="7620"/>
                </a:lnTo>
                <a:close/>
              </a:path>
              <a:path w="198120" h="657225">
                <a:moveTo>
                  <a:pt x="7620" y="653796"/>
                </a:moveTo>
                <a:lnTo>
                  <a:pt x="4572" y="649224"/>
                </a:lnTo>
                <a:lnTo>
                  <a:pt x="7620" y="649224"/>
                </a:lnTo>
                <a:lnTo>
                  <a:pt x="7620" y="653796"/>
                </a:lnTo>
                <a:close/>
              </a:path>
              <a:path w="198120" h="657225">
                <a:moveTo>
                  <a:pt x="190500" y="653796"/>
                </a:moveTo>
                <a:lnTo>
                  <a:pt x="7620" y="653796"/>
                </a:lnTo>
                <a:lnTo>
                  <a:pt x="7620" y="649224"/>
                </a:lnTo>
                <a:lnTo>
                  <a:pt x="190500" y="649224"/>
                </a:lnTo>
                <a:lnTo>
                  <a:pt x="190500" y="653796"/>
                </a:lnTo>
                <a:close/>
              </a:path>
              <a:path w="198120" h="657225">
                <a:moveTo>
                  <a:pt x="198120" y="653796"/>
                </a:moveTo>
                <a:lnTo>
                  <a:pt x="190500" y="653796"/>
                </a:lnTo>
                <a:lnTo>
                  <a:pt x="195072" y="649224"/>
                </a:lnTo>
                <a:lnTo>
                  <a:pt x="198120" y="649224"/>
                </a:lnTo>
                <a:lnTo>
                  <a:pt x="198120" y="65379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4793713" y="2238231"/>
            <a:ext cx="131445" cy="517525"/>
          </a:xfrm>
          <a:prstGeom prst="rect">
            <a:avLst/>
          </a:prstGeom>
        </p:spPr>
        <p:txBody>
          <a:bodyPr wrap="square" lIns="0" tIns="254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75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dirty="0" sz="750" spc="-2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0000FF"/>
                </a:solidFill>
                <a:latin typeface="Arial"/>
                <a:cs typeface="Arial"/>
              </a:rPr>
              <a:t>RE</a:t>
            </a:r>
            <a:r>
              <a:rPr dirty="0" sz="750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0000FF"/>
                </a:solidFill>
                <a:latin typeface="Arial"/>
                <a:cs typeface="Arial"/>
              </a:rPr>
              <a:t>room</a:t>
            </a:r>
            <a:endParaRPr sz="7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641826" y="3803331"/>
            <a:ext cx="47434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90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FF0000"/>
                </a:solidFill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548866" y="4480001"/>
            <a:ext cx="569595" cy="1644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>
                <a:solidFill>
                  <a:srgbClr val="0000FF"/>
                </a:solidFill>
                <a:latin typeface="Arial"/>
                <a:cs typeface="Arial"/>
              </a:rPr>
              <a:t>Check</a:t>
            </a:r>
            <a:r>
              <a:rPr dirty="0" sz="900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0000FF"/>
                </a:solidFill>
                <a:latin typeface="Arial"/>
                <a:cs typeface="Arial"/>
              </a:rPr>
              <a:t>Out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7732776" y="1563624"/>
            <a:ext cx="2254250" cy="4718685"/>
            <a:chOff x="7732776" y="1563624"/>
            <a:chExt cx="2254250" cy="4718685"/>
          </a:xfrm>
        </p:grpSpPr>
        <p:sp>
          <p:nvSpPr>
            <p:cNvPr id="122" name="object 122"/>
            <p:cNvSpPr/>
            <p:nvPr/>
          </p:nvSpPr>
          <p:spPr>
            <a:xfrm>
              <a:off x="7990331" y="5638800"/>
              <a:ext cx="245745" cy="266700"/>
            </a:xfrm>
            <a:custGeom>
              <a:avLst/>
              <a:gdLst/>
              <a:ahLst/>
              <a:cxnLst/>
              <a:rect l="l" t="t" r="r" b="b"/>
              <a:pathLst>
                <a:path w="245745" h="266700">
                  <a:moveTo>
                    <a:pt x="245364" y="266700"/>
                  </a:moveTo>
                  <a:lnTo>
                    <a:pt x="0" y="266700"/>
                  </a:lnTo>
                  <a:lnTo>
                    <a:pt x="0" y="0"/>
                  </a:lnTo>
                  <a:lnTo>
                    <a:pt x="245364" y="0"/>
                  </a:lnTo>
                  <a:lnTo>
                    <a:pt x="245364" y="26670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984235" y="5632703"/>
              <a:ext cx="257810" cy="277495"/>
            </a:xfrm>
            <a:custGeom>
              <a:avLst/>
              <a:gdLst/>
              <a:ahLst/>
              <a:cxnLst/>
              <a:rect l="l" t="t" r="r" b="b"/>
              <a:pathLst>
                <a:path w="257809" h="277495">
                  <a:moveTo>
                    <a:pt x="254507" y="277368"/>
                  </a:moveTo>
                  <a:lnTo>
                    <a:pt x="3048" y="277368"/>
                  </a:lnTo>
                  <a:lnTo>
                    <a:pt x="0" y="27584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254507" y="0"/>
                  </a:lnTo>
                  <a:lnTo>
                    <a:pt x="257556" y="3048"/>
                  </a:lnTo>
                  <a:lnTo>
                    <a:pt x="257556" y="6096"/>
                  </a:lnTo>
                  <a:lnTo>
                    <a:pt x="10668" y="6096"/>
                  </a:lnTo>
                  <a:lnTo>
                    <a:pt x="6096" y="10668"/>
                  </a:lnTo>
                  <a:lnTo>
                    <a:pt x="10668" y="10668"/>
                  </a:lnTo>
                  <a:lnTo>
                    <a:pt x="10668" y="266700"/>
                  </a:lnTo>
                  <a:lnTo>
                    <a:pt x="6096" y="266700"/>
                  </a:lnTo>
                  <a:lnTo>
                    <a:pt x="10668" y="272796"/>
                  </a:lnTo>
                  <a:lnTo>
                    <a:pt x="257556" y="272796"/>
                  </a:lnTo>
                  <a:lnTo>
                    <a:pt x="257556" y="275844"/>
                  </a:lnTo>
                  <a:lnTo>
                    <a:pt x="254507" y="277368"/>
                  </a:lnTo>
                  <a:close/>
                </a:path>
                <a:path w="257809" h="277495">
                  <a:moveTo>
                    <a:pt x="10668" y="10668"/>
                  </a:moveTo>
                  <a:lnTo>
                    <a:pt x="6096" y="10668"/>
                  </a:lnTo>
                  <a:lnTo>
                    <a:pt x="10668" y="6096"/>
                  </a:lnTo>
                  <a:lnTo>
                    <a:pt x="10668" y="10668"/>
                  </a:lnTo>
                  <a:close/>
                </a:path>
                <a:path w="257809" h="277495">
                  <a:moveTo>
                    <a:pt x="246888" y="10668"/>
                  </a:moveTo>
                  <a:lnTo>
                    <a:pt x="10668" y="10668"/>
                  </a:lnTo>
                  <a:lnTo>
                    <a:pt x="10668" y="6096"/>
                  </a:lnTo>
                  <a:lnTo>
                    <a:pt x="246888" y="6096"/>
                  </a:lnTo>
                  <a:lnTo>
                    <a:pt x="246888" y="10668"/>
                  </a:lnTo>
                  <a:close/>
                </a:path>
                <a:path w="257809" h="277495">
                  <a:moveTo>
                    <a:pt x="246888" y="272796"/>
                  </a:moveTo>
                  <a:lnTo>
                    <a:pt x="246888" y="6096"/>
                  </a:lnTo>
                  <a:lnTo>
                    <a:pt x="251460" y="10668"/>
                  </a:lnTo>
                  <a:lnTo>
                    <a:pt x="257556" y="10668"/>
                  </a:lnTo>
                  <a:lnTo>
                    <a:pt x="257556" y="266700"/>
                  </a:lnTo>
                  <a:lnTo>
                    <a:pt x="251460" y="266700"/>
                  </a:lnTo>
                  <a:lnTo>
                    <a:pt x="246888" y="272796"/>
                  </a:lnTo>
                  <a:close/>
                </a:path>
                <a:path w="257809" h="277495">
                  <a:moveTo>
                    <a:pt x="257556" y="10668"/>
                  </a:moveTo>
                  <a:lnTo>
                    <a:pt x="251460" y="10668"/>
                  </a:lnTo>
                  <a:lnTo>
                    <a:pt x="246888" y="6096"/>
                  </a:lnTo>
                  <a:lnTo>
                    <a:pt x="257556" y="6096"/>
                  </a:lnTo>
                  <a:lnTo>
                    <a:pt x="257556" y="10668"/>
                  </a:lnTo>
                  <a:close/>
                </a:path>
                <a:path w="257809" h="277495">
                  <a:moveTo>
                    <a:pt x="10668" y="272796"/>
                  </a:moveTo>
                  <a:lnTo>
                    <a:pt x="6096" y="266700"/>
                  </a:lnTo>
                  <a:lnTo>
                    <a:pt x="10668" y="266700"/>
                  </a:lnTo>
                  <a:lnTo>
                    <a:pt x="10668" y="272796"/>
                  </a:lnTo>
                  <a:close/>
                </a:path>
                <a:path w="257809" h="277495">
                  <a:moveTo>
                    <a:pt x="246888" y="272796"/>
                  </a:moveTo>
                  <a:lnTo>
                    <a:pt x="10668" y="272796"/>
                  </a:lnTo>
                  <a:lnTo>
                    <a:pt x="10668" y="266700"/>
                  </a:lnTo>
                  <a:lnTo>
                    <a:pt x="246888" y="266700"/>
                  </a:lnTo>
                  <a:lnTo>
                    <a:pt x="246888" y="272796"/>
                  </a:lnTo>
                  <a:close/>
                </a:path>
                <a:path w="257809" h="277495">
                  <a:moveTo>
                    <a:pt x="257556" y="272796"/>
                  </a:moveTo>
                  <a:lnTo>
                    <a:pt x="246888" y="272796"/>
                  </a:lnTo>
                  <a:lnTo>
                    <a:pt x="251460" y="266700"/>
                  </a:lnTo>
                  <a:lnTo>
                    <a:pt x="257556" y="266700"/>
                  </a:lnTo>
                  <a:lnTo>
                    <a:pt x="257556" y="2727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7982711" y="5283707"/>
              <a:ext cx="253365" cy="247015"/>
            </a:xfrm>
            <a:custGeom>
              <a:avLst/>
              <a:gdLst/>
              <a:ahLst/>
              <a:cxnLst/>
              <a:rect l="l" t="t" r="r" b="b"/>
              <a:pathLst>
                <a:path w="253365" h="247014">
                  <a:moveTo>
                    <a:pt x="252983" y="246888"/>
                  </a:moveTo>
                  <a:lnTo>
                    <a:pt x="0" y="246888"/>
                  </a:lnTo>
                  <a:lnTo>
                    <a:pt x="0" y="0"/>
                  </a:lnTo>
                  <a:lnTo>
                    <a:pt x="252983" y="0"/>
                  </a:lnTo>
                  <a:lnTo>
                    <a:pt x="252983" y="246888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976616" y="5277612"/>
              <a:ext cx="265430" cy="1004569"/>
            </a:xfrm>
            <a:custGeom>
              <a:avLst/>
              <a:gdLst/>
              <a:ahLst/>
              <a:cxnLst/>
              <a:rect l="l" t="t" r="r" b="b"/>
              <a:pathLst>
                <a:path w="265429" h="1004570">
                  <a:moveTo>
                    <a:pt x="265163" y="728484"/>
                  </a:moveTo>
                  <a:lnTo>
                    <a:pt x="262115" y="726960"/>
                  </a:lnTo>
                  <a:lnTo>
                    <a:pt x="254495" y="726960"/>
                  </a:lnTo>
                  <a:lnTo>
                    <a:pt x="254495" y="737628"/>
                  </a:lnTo>
                  <a:lnTo>
                    <a:pt x="254495" y="993660"/>
                  </a:lnTo>
                  <a:lnTo>
                    <a:pt x="18275" y="993660"/>
                  </a:lnTo>
                  <a:lnTo>
                    <a:pt x="18275" y="737628"/>
                  </a:lnTo>
                  <a:lnTo>
                    <a:pt x="254495" y="737628"/>
                  </a:lnTo>
                  <a:lnTo>
                    <a:pt x="254495" y="726960"/>
                  </a:lnTo>
                  <a:lnTo>
                    <a:pt x="10655" y="726960"/>
                  </a:lnTo>
                  <a:lnTo>
                    <a:pt x="7607" y="728484"/>
                  </a:lnTo>
                  <a:lnTo>
                    <a:pt x="7607" y="1001280"/>
                  </a:lnTo>
                  <a:lnTo>
                    <a:pt x="10655" y="1004328"/>
                  </a:lnTo>
                  <a:lnTo>
                    <a:pt x="262115" y="1004328"/>
                  </a:lnTo>
                  <a:lnTo>
                    <a:pt x="265163" y="1001280"/>
                  </a:lnTo>
                  <a:lnTo>
                    <a:pt x="265163" y="998232"/>
                  </a:lnTo>
                  <a:lnTo>
                    <a:pt x="265163" y="993660"/>
                  </a:lnTo>
                  <a:lnTo>
                    <a:pt x="265163" y="737628"/>
                  </a:lnTo>
                  <a:lnTo>
                    <a:pt x="265163" y="731532"/>
                  </a:lnTo>
                  <a:lnTo>
                    <a:pt x="265163" y="728484"/>
                  </a:lnTo>
                  <a:close/>
                </a:path>
                <a:path w="265429" h="1004570">
                  <a:moveTo>
                    <a:pt x="265176" y="3048"/>
                  </a:moveTo>
                  <a:lnTo>
                    <a:pt x="262128" y="0"/>
                  </a:lnTo>
                  <a:lnTo>
                    <a:pt x="254508" y="0"/>
                  </a:lnTo>
                  <a:lnTo>
                    <a:pt x="254508" y="10668"/>
                  </a:lnTo>
                  <a:lnTo>
                    <a:pt x="254508" y="248412"/>
                  </a:lnTo>
                  <a:lnTo>
                    <a:pt x="10668" y="248412"/>
                  </a:lnTo>
                  <a:lnTo>
                    <a:pt x="10668" y="10668"/>
                  </a:lnTo>
                  <a:lnTo>
                    <a:pt x="254508" y="10668"/>
                  </a:lnTo>
                  <a:lnTo>
                    <a:pt x="25450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256032"/>
                  </a:lnTo>
                  <a:lnTo>
                    <a:pt x="3048" y="259080"/>
                  </a:lnTo>
                  <a:lnTo>
                    <a:pt x="262128" y="259080"/>
                  </a:lnTo>
                  <a:lnTo>
                    <a:pt x="265176" y="256032"/>
                  </a:lnTo>
                  <a:lnTo>
                    <a:pt x="265176" y="252984"/>
                  </a:lnTo>
                  <a:lnTo>
                    <a:pt x="265176" y="248412"/>
                  </a:lnTo>
                  <a:lnTo>
                    <a:pt x="265176" y="10668"/>
                  </a:lnTo>
                  <a:lnTo>
                    <a:pt x="265176" y="6096"/>
                  </a:lnTo>
                  <a:lnTo>
                    <a:pt x="265176" y="3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32776" y="2026920"/>
              <a:ext cx="998219" cy="699515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8871203" y="1569720"/>
              <a:ext cx="1108075" cy="364490"/>
            </a:xfrm>
            <a:custGeom>
              <a:avLst/>
              <a:gdLst/>
              <a:ahLst/>
              <a:cxnLst/>
              <a:rect l="l" t="t" r="r" b="b"/>
              <a:pathLst>
                <a:path w="1108075" h="364489">
                  <a:moveTo>
                    <a:pt x="926592" y="364235"/>
                  </a:moveTo>
                  <a:lnTo>
                    <a:pt x="0" y="364235"/>
                  </a:lnTo>
                  <a:lnTo>
                    <a:pt x="182880" y="181355"/>
                  </a:lnTo>
                  <a:lnTo>
                    <a:pt x="0" y="0"/>
                  </a:lnTo>
                  <a:lnTo>
                    <a:pt x="926592" y="0"/>
                  </a:lnTo>
                  <a:lnTo>
                    <a:pt x="1107948" y="181355"/>
                  </a:lnTo>
                  <a:lnTo>
                    <a:pt x="926592" y="364235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859011" y="1563624"/>
              <a:ext cx="1127760" cy="375285"/>
            </a:xfrm>
            <a:custGeom>
              <a:avLst/>
              <a:gdLst/>
              <a:ahLst/>
              <a:cxnLst/>
              <a:rect l="l" t="t" r="r" b="b"/>
              <a:pathLst>
                <a:path w="1127759" h="375285">
                  <a:moveTo>
                    <a:pt x="186705" y="188198"/>
                  </a:moveTo>
                  <a:lnTo>
                    <a:pt x="0" y="0"/>
                  </a:lnTo>
                  <a:lnTo>
                    <a:pt x="940308" y="0"/>
                  </a:lnTo>
                  <a:lnTo>
                    <a:pt x="941832" y="1524"/>
                  </a:lnTo>
                  <a:lnTo>
                    <a:pt x="16764" y="1524"/>
                  </a:lnTo>
                  <a:lnTo>
                    <a:pt x="12192" y="10668"/>
                  </a:lnTo>
                  <a:lnTo>
                    <a:pt x="25908" y="10668"/>
                  </a:lnTo>
                  <a:lnTo>
                    <a:pt x="199644" y="184404"/>
                  </a:lnTo>
                  <a:lnTo>
                    <a:pt x="190500" y="184404"/>
                  </a:lnTo>
                  <a:lnTo>
                    <a:pt x="186705" y="188198"/>
                  </a:lnTo>
                  <a:close/>
                </a:path>
                <a:path w="1127759" h="375285">
                  <a:moveTo>
                    <a:pt x="25908" y="10668"/>
                  </a:moveTo>
                  <a:lnTo>
                    <a:pt x="12192" y="10668"/>
                  </a:lnTo>
                  <a:lnTo>
                    <a:pt x="16764" y="1524"/>
                  </a:lnTo>
                  <a:lnTo>
                    <a:pt x="25908" y="10668"/>
                  </a:lnTo>
                  <a:close/>
                </a:path>
                <a:path w="1127759" h="375285">
                  <a:moveTo>
                    <a:pt x="937247" y="10668"/>
                  </a:moveTo>
                  <a:lnTo>
                    <a:pt x="25908" y="10668"/>
                  </a:lnTo>
                  <a:lnTo>
                    <a:pt x="16764" y="1524"/>
                  </a:lnTo>
                  <a:lnTo>
                    <a:pt x="941832" y="1524"/>
                  </a:lnTo>
                  <a:lnTo>
                    <a:pt x="949452" y="9144"/>
                  </a:lnTo>
                  <a:lnTo>
                    <a:pt x="935736" y="9144"/>
                  </a:lnTo>
                  <a:lnTo>
                    <a:pt x="937247" y="10668"/>
                  </a:lnTo>
                  <a:close/>
                </a:path>
                <a:path w="1127759" h="375285">
                  <a:moveTo>
                    <a:pt x="1113297" y="188198"/>
                  </a:moveTo>
                  <a:lnTo>
                    <a:pt x="935736" y="9144"/>
                  </a:lnTo>
                  <a:lnTo>
                    <a:pt x="938784" y="10668"/>
                  </a:lnTo>
                  <a:lnTo>
                    <a:pt x="950976" y="10668"/>
                  </a:lnTo>
                  <a:lnTo>
                    <a:pt x="1124712" y="184404"/>
                  </a:lnTo>
                  <a:lnTo>
                    <a:pt x="1117092" y="184404"/>
                  </a:lnTo>
                  <a:lnTo>
                    <a:pt x="1113297" y="188198"/>
                  </a:lnTo>
                  <a:close/>
                </a:path>
                <a:path w="1127759" h="375285">
                  <a:moveTo>
                    <a:pt x="950976" y="10668"/>
                  </a:moveTo>
                  <a:lnTo>
                    <a:pt x="938784" y="10668"/>
                  </a:lnTo>
                  <a:lnTo>
                    <a:pt x="935736" y="9144"/>
                  </a:lnTo>
                  <a:lnTo>
                    <a:pt x="949452" y="9144"/>
                  </a:lnTo>
                  <a:lnTo>
                    <a:pt x="950976" y="10668"/>
                  </a:lnTo>
                  <a:close/>
                </a:path>
                <a:path w="1127759" h="375285">
                  <a:moveTo>
                    <a:pt x="190500" y="192024"/>
                  </a:moveTo>
                  <a:lnTo>
                    <a:pt x="186705" y="188198"/>
                  </a:lnTo>
                  <a:lnTo>
                    <a:pt x="190500" y="184404"/>
                  </a:lnTo>
                  <a:lnTo>
                    <a:pt x="190500" y="192024"/>
                  </a:lnTo>
                  <a:close/>
                </a:path>
                <a:path w="1127759" h="375285">
                  <a:moveTo>
                    <a:pt x="198120" y="192024"/>
                  </a:moveTo>
                  <a:lnTo>
                    <a:pt x="190500" y="192024"/>
                  </a:lnTo>
                  <a:lnTo>
                    <a:pt x="190500" y="184404"/>
                  </a:lnTo>
                  <a:lnTo>
                    <a:pt x="199644" y="184404"/>
                  </a:lnTo>
                  <a:lnTo>
                    <a:pt x="202692" y="187452"/>
                  </a:lnTo>
                  <a:lnTo>
                    <a:pt x="198120" y="192024"/>
                  </a:lnTo>
                  <a:close/>
                </a:path>
                <a:path w="1127759" h="375285">
                  <a:moveTo>
                    <a:pt x="1117092" y="192024"/>
                  </a:moveTo>
                  <a:lnTo>
                    <a:pt x="1113297" y="188198"/>
                  </a:lnTo>
                  <a:lnTo>
                    <a:pt x="1117092" y="184404"/>
                  </a:lnTo>
                  <a:lnTo>
                    <a:pt x="1117092" y="192024"/>
                  </a:lnTo>
                  <a:close/>
                </a:path>
                <a:path w="1127759" h="375285">
                  <a:moveTo>
                    <a:pt x="1123188" y="192024"/>
                  </a:moveTo>
                  <a:lnTo>
                    <a:pt x="1117092" y="192024"/>
                  </a:lnTo>
                  <a:lnTo>
                    <a:pt x="1117092" y="184404"/>
                  </a:lnTo>
                  <a:lnTo>
                    <a:pt x="1124712" y="184404"/>
                  </a:lnTo>
                  <a:lnTo>
                    <a:pt x="1127760" y="187452"/>
                  </a:lnTo>
                  <a:lnTo>
                    <a:pt x="1123188" y="192024"/>
                  </a:lnTo>
                  <a:close/>
                </a:path>
                <a:path w="1127759" h="375285">
                  <a:moveTo>
                    <a:pt x="940308" y="374904"/>
                  </a:moveTo>
                  <a:lnTo>
                    <a:pt x="0" y="374904"/>
                  </a:lnTo>
                  <a:lnTo>
                    <a:pt x="186705" y="188198"/>
                  </a:lnTo>
                  <a:lnTo>
                    <a:pt x="190500" y="192024"/>
                  </a:lnTo>
                  <a:lnTo>
                    <a:pt x="198120" y="192024"/>
                  </a:lnTo>
                  <a:lnTo>
                    <a:pt x="25907" y="364236"/>
                  </a:lnTo>
                  <a:lnTo>
                    <a:pt x="12192" y="364236"/>
                  </a:lnTo>
                  <a:lnTo>
                    <a:pt x="16764" y="373380"/>
                  </a:lnTo>
                  <a:lnTo>
                    <a:pt x="941832" y="373380"/>
                  </a:lnTo>
                  <a:lnTo>
                    <a:pt x="940308" y="374904"/>
                  </a:lnTo>
                  <a:close/>
                </a:path>
                <a:path w="1127759" h="375285">
                  <a:moveTo>
                    <a:pt x="935736" y="365760"/>
                  </a:moveTo>
                  <a:lnTo>
                    <a:pt x="1113297" y="188198"/>
                  </a:lnTo>
                  <a:lnTo>
                    <a:pt x="1117092" y="192024"/>
                  </a:lnTo>
                  <a:lnTo>
                    <a:pt x="1123188" y="192024"/>
                  </a:lnTo>
                  <a:lnTo>
                    <a:pt x="950976" y="364236"/>
                  </a:lnTo>
                  <a:lnTo>
                    <a:pt x="938784" y="364236"/>
                  </a:lnTo>
                  <a:lnTo>
                    <a:pt x="935736" y="365760"/>
                  </a:lnTo>
                  <a:close/>
                </a:path>
                <a:path w="1127759" h="375285">
                  <a:moveTo>
                    <a:pt x="16764" y="373380"/>
                  </a:moveTo>
                  <a:lnTo>
                    <a:pt x="12192" y="364236"/>
                  </a:lnTo>
                  <a:lnTo>
                    <a:pt x="25907" y="364236"/>
                  </a:lnTo>
                  <a:lnTo>
                    <a:pt x="16764" y="373380"/>
                  </a:lnTo>
                  <a:close/>
                </a:path>
                <a:path w="1127759" h="375285">
                  <a:moveTo>
                    <a:pt x="941832" y="373380"/>
                  </a:moveTo>
                  <a:lnTo>
                    <a:pt x="16764" y="373380"/>
                  </a:lnTo>
                  <a:lnTo>
                    <a:pt x="25907" y="364236"/>
                  </a:lnTo>
                  <a:lnTo>
                    <a:pt x="937260" y="364236"/>
                  </a:lnTo>
                  <a:lnTo>
                    <a:pt x="935736" y="365760"/>
                  </a:lnTo>
                  <a:lnTo>
                    <a:pt x="949452" y="365760"/>
                  </a:lnTo>
                  <a:lnTo>
                    <a:pt x="941832" y="373380"/>
                  </a:lnTo>
                  <a:close/>
                </a:path>
                <a:path w="1127759" h="375285">
                  <a:moveTo>
                    <a:pt x="949452" y="365760"/>
                  </a:moveTo>
                  <a:lnTo>
                    <a:pt x="935736" y="365760"/>
                  </a:lnTo>
                  <a:lnTo>
                    <a:pt x="938784" y="364236"/>
                  </a:lnTo>
                  <a:lnTo>
                    <a:pt x="950976" y="364236"/>
                  </a:lnTo>
                  <a:lnTo>
                    <a:pt x="949452" y="3657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80347" y="2040636"/>
              <a:ext cx="1091183" cy="670560"/>
            </a:xfrm>
            <a:prstGeom prst="rect">
              <a:avLst/>
            </a:prstGeom>
          </p:spPr>
        </p:pic>
      </p:grpSp>
      <p:sp>
        <p:nvSpPr>
          <p:cNvPr id="130" name="object 130"/>
          <p:cNvSpPr txBox="1"/>
          <p:nvPr/>
        </p:nvSpPr>
        <p:spPr>
          <a:xfrm>
            <a:off x="8424157" y="5292302"/>
            <a:ext cx="5619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RE</a:t>
            </a:r>
            <a:r>
              <a:rPr dirty="0" sz="1150" spc="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area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8424157" y="5659669"/>
            <a:ext cx="132588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Production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line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area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8424157" y="6061996"/>
            <a:ext cx="10477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Data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Procedure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9088501" y="1642338"/>
            <a:ext cx="78803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b="1">
                <a:latin typeface="Calibri"/>
                <a:cs typeface="Calibri"/>
              </a:rPr>
              <a:t>4.</a:t>
            </a:r>
            <a:r>
              <a:rPr dirty="0" sz="750" spc="-2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Baking </a:t>
            </a:r>
            <a:r>
              <a:rPr dirty="0" sz="750" b="1">
                <a:latin typeface="Calibri"/>
                <a:cs typeface="Calibri"/>
              </a:rPr>
              <a:t>the</a:t>
            </a:r>
            <a:r>
              <a:rPr dirty="0" sz="750" spc="-10" b="1">
                <a:latin typeface="Calibri"/>
                <a:cs typeface="Calibri"/>
              </a:rPr>
              <a:t> board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5327903" y="2878835"/>
            <a:ext cx="1156970" cy="386080"/>
            <a:chOff x="5327903" y="2878835"/>
            <a:chExt cx="1156970" cy="386080"/>
          </a:xfrm>
        </p:grpSpPr>
        <p:sp>
          <p:nvSpPr>
            <p:cNvPr id="135" name="object 135"/>
            <p:cNvSpPr/>
            <p:nvPr/>
          </p:nvSpPr>
          <p:spPr>
            <a:xfrm>
              <a:off x="5341619" y="2883408"/>
              <a:ext cx="1135380" cy="375285"/>
            </a:xfrm>
            <a:custGeom>
              <a:avLst/>
              <a:gdLst/>
              <a:ahLst/>
              <a:cxnLst/>
              <a:rect l="l" t="t" r="r" b="b"/>
              <a:pathLst>
                <a:path w="1135379" h="375285">
                  <a:moveTo>
                    <a:pt x="947928" y="374903"/>
                  </a:moveTo>
                  <a:lnTo>
                    <a:pt x="0" y="374903"/>
                  </a:lnTo>
                  <a:lnTo>
                    <a:pt x="187451" y="187451"/>
                  </a:lnTo>
                  <a:lnTo>
                    <a:pt x="0" y="0"/>
                  </a:lnTo>
                  <a:lnTo>
                    <a:pt x="947928" y="0"/>
                  </a:lnTo>
                  <a:lnTo>
                    <a:pt x="1135380" y="187451"/>
                  </a:lnTo>
                  <a:lnTo>
                    <a:pt x="947928" y="374903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327903" y="2878835"/>
              <a:ext cx="1156970" cy="386080"/>
            </a:xfrm>
            <a:custGeom>
              <a:avLst/>
              <a:gdLst/>
              <a:ahLst/>
              <a:cxnLst/>
              <a:rect l="l" t="t" r="r" b="b"/>
              <a:pathLst>
                <a:path w="1156970" h="386079">
                  <a:moveTo>
                    <a:pt x="192786" y="192786"/>
                  </a:moveTo>
                  <a:lnTo>
                    <a:pt x="0" y="0"/>
                  </a:lnTo>
                  <a:lnTo>
                    <a:pt x="963168" y="0"/>
                  </a:lnTo>
                  <a:lnTo>
                    <a:pt x="964704" y="1524"/>
                  </a:lnTo>
                  <a:lnTo>
                    <a:pt x="16764" y="1524"/>
                  </a:lnTo>
                  <a:lnTo>
                    <a:pt x="13716" y="10668"/>
                  </a:lnTo>
                  <a:lnTo>
                    <a:pt x="25981" y="10668"/>
                  </a:lnTo>
                  <a:lnTo>
                    <a:pt x="205715" y="188976"/>
                  </a:lnTo>
                  <a:lnTo>
                    <a:pt x="196595" y="188976"/>
                  </a:lnTo>
                  <a:lnTo>
                    <a:pt x="192786" y="192786"/>
                  </a:lnTo>
                  <a:close/>
                </a:path>
                <a:path w="1156970" h="386079">
                  <a:moveTo>
                    <a:pt x="25981" y="10668"/>
                  </a:moveTo>
                  <a:lnTo>
                    <a:pt x="13716" y="10668"/>
                  </a:lnTo>
                  <a:lnTo>
                    <a:pt x="16764" y="1524"/>
                  </a:lnTo>
                  <a:lnTo>
                    <a:pt x="25981" y="10668"/>
                  </a:lnTo>
                  <a:close/>
                </a:path>
                <a:path w="1156970" h="386079">
                  <a:moveTo>
                    <a:pt x="960120" y="10668"/>
                  </a:moveTo>
                  <a:lnTo>
                    <a:pt x="25981" y="10668"/>
                  </a:lnTo>
                  <a:lnTo>
                    <a:pt x="16764" y="1524"/>
                  </a:lnTo>
                  <a:lnTo>
                    <a:pt x="964704" y="1524"/>
                  </a:lnTo>
                  <a:lnTo>
                    <a:pt x="972384" y="9144"/>
                  </a:lnTo>
                  <a:lnTo>
                    <a:pt x="958596" y="9144"/>
                  </a:lnTo>
                  <a:lnTo>
                    <a:pt x="960120" y="10668"/>
                  </a:lnTo>
                  <a:close/>
                </a:path>
                <a:path w="1156970" h="386079">
                  <a:moveTo>
                    <a:pt x="1142238" y="192786"/>
                  </a:moveTo>
                  <a:lnTo>
                    <a:pt x="958596" y="9144"/>
                  </a:lnTo>
                  <a:lnTo>
                    <a:pt x="961644" y="10668"/>
                  </a:lnTo>
                  <a:lnTo>
                    <a:pt x="973920" y="10668"/>
                  </a:lnTo>
                  <a:lnTo>
                    <a:pt x="1153643" y="188976"/>
                  </a:lnTo>
                  <a:lnTo>
                    <a:pt x="1146048" y="188976"/>
                  </a:lnTo>
                  <a:lnTo>
                    <a:pt x="1142238" y="192786"/>
                  </a:lnTo>
                  <a:close/>
                </a:path>
                <a:path w="1156970" h="386079">
                  <a:moveTo>
                    <a:pt x="973920" y="10668"/>
                  </a:moveTo>
                  <a:lnTo>
                    <a:pt x="961644" y="10668"/>
                  </a:lnTo>
                  <a:lnTo>
                    <a:pt x="958596" y="9144"/>
                  </a:lnTo>
                  <a:lnTo>
                    <a:pt x="972384" y="9144"/>
                  </a:lnTo>
                  <a:lnTo>
                    <a:pt x="973920" y="10668"/>
                  </a:lnTo>
                  <a:close/>
                </a:path>
                <a:path w="1156970" h="386079">
                  <a:moveTo>
                    <a:pt x="196595" y="196595"/>
                  </a:moveTo>
                  <a:lnTo>
                    <a:pt x="192786" y="192786"/>
                  </a:lnTo>
                  <a:lnTo>
                    <a:pt x="196595" y="188976"/>
                  </a:lnTo>
                  <a:lnTo>
                    <a:pt x="196595" y="196595"/>
                  </a:lnTo>
                  <a:close/>
                </a:path>
                <a:path w="1156970" h="386079">
                  <a:moveTo>
                    <a:pt x="204216" y="196595"/>
                  </a:moveTo>
                  <a:lnTo>
                    <a:pt x="196595" y="196595"/>
                  </a:lnTo>
                  <a:lnTo>
                    <a:pt x="196595" y="188976"/>
                  </a:lnTo>
                  <a:lnTo>
                    <a:pt x="205715" y="188976"/>
                  </a:lnTo>
                  <a:lnTo>
                    <a:pt x="208788" y="192024"/>
                  </a:lnTo>
                  <a:lnTo>
                    <a:pt x="204216" y="196595"/>
                  </a:lnTo>
                  <a:close/>
                </a:path>
                <a:path w="1156970" h="386079">
                  <a:moveTo>
                    <a:pt x="1146048" y="196595"/>
                  </a:moveTo>
                  <a:lnTo>
                    <a:pt x="1142238" y="192786"/>
                  </a:lnTo>
                  <a:lnTo>
                    <a:pt x="1146048" y="188976"/>
                  </a:lnTo>
                  <a:lnTo>
                    <a:pt x="1146048" y="196595"/>
                  </a:lnTo>
                  <a:close/>
                </a:path>
                <a:path w="1156970" h="386079">
                  <a:moveTo>
                    <a:pt x="1152144" y="196595"/>
                  </a:moveTo>
                  <a:lnTo>
                    <a:pt x="1146048" y="196595"/>
                  </a:lnTo>
                  <a:lnTo>
                    <a:pt x="1146048" y="188976"/>
                  </a:lnTo>
                  <a:lnTo>
                    <a:pt x="1153643" y="188976"/>
                  </a:lnTo>
                  <a:lnTo>
                    <a:pt x="1156716" y="192024"/>
                  </a:lnTo>
                  <a:lnTo>
                    <a:pt x="1152144" y="196595"/>
                  </a:lnTo>
                  <a:close/>
                </a:path>
                <a:path w="1156970" h="386079">
                  <a:moveTo>
                    <a:pt x="963168" y="385572"/>
                  </a:moveTo>
                  <a:lnTo>
                    <a:pt x="0" y="385572"/>
                  </a:lnTo>
                  <a:lnTo>
                    <a:pt x="192786" y="192786"/>
                  </a:lnTo>
                  <a:lnTo>
                    <a:pt x="196595" y="196595"/>
                  </a:lnTo>
                  <a:lnTo>
                    <a:pt x="204216" y="196595"/>
                  </a:lnTo>
                  <a:lnTo>
                    <a:pt x="25907" y="374904"/>
                  </a:lnTo>
                  <a:lnTo>
                    <a:pt x="13716" y="374904"/>
                  </a:lnTo>
                  <a:lnTo>
                    <a:pt x="16764" y="384048"/>
                  </a:lnTo>
                  <a:lnTo>
                    <a:pt x="964692" y="384048"/>
                  </a:lnTo>
                  <a:lnTo>
                    <a:pt x="963168" y="385572"/>
                  </a:lnTo>
                  <a:close/>
                </a:path>
                <a:path w="1156970" h="386079">
                  <a:moveTo>
                    <a:pt x="958596" y="376428"/>
                  </a:moveTo>
                  <a:lnTo>
                    <a:pt x="1142238" y="192786"/>
                  </a:lnTo>
                  <a:lnTo>
                    <a:pt x="1146048" y="196595"/>
                  </a:lnTo>
                  <a:lnTo>
                    <a:pt x="1152144" y="196595"/>
                  </a:lnTo>
                  <a:lnTo>
                    <a:pt x="973836" y="374904"/>
                  </a:lnTo>
                  <a:lnTo>
                    <a:pt x="961644" y="374904"/>
                  </a:lnTo>
                  <a:lnTo>
                    <a:pt x="958596" y="376428"/>
                  </a:lnTo>
                  <a:close/>
                </a:path>
                <a:path w="1156970" h="386079">
                  <a:moveTo>
                    <a:pt x="16764" y="384048"/>
                  </a:moveTo>
                  <a:lnTo>
                    <a:pt x="13716" y="374904"/>
                  </a:lnTo>
                  <a:lnTo>
                    <a:pt x="25907" y="374904"/>
                  </a:lnTo>
                  <a:lnTo>
                    <a:pt x="16764" y="384048"/>
                  </a:lnTo>
                  <a:close/>
                </a:path>
                <a:path w="1156970" h="386079">
                  <a:moveTo>
                    <a:pt x="964692" y="384048"/>
                  </a:moveTo>
                  <a:lnTo>
                    <a:pt x="16764" y="384048"/>
                  </a:lnTo>
                  <a:lnTo>
                    <a:pt x="25907" y="374904"/>
                  </a:lnTo>
                  <a:lnTo>
                    <a:pt x="960120" y="374904"/>
                  </a:lnTo>
                  <a:lnTo>
                    <a:pt x="958596" y="376428"/>
                  </a:lnTo>
                  <a:lnTo>
                    <a:pt x="972312" y="376428"/>
                  </a:lnTo>
                  <a:lnTo>
                    <a:pt x="964692" y="384048"/>
                  </a:lnTo>
                  <a:close/>
                </a:path>
                <a:path w="1156970" h="386079">
                  <a:moveTo>
                    <a:pt x="972312" y="376428"/>
                  </a:moveTo>
                  <a:lnTo>
                    <a:pt x="958596" y="376428"/>
                  </a:lnTo>
                  <a:lnTo>
                    <a:pt x="961644" y="374904"/>
                  </a:lnTo>
                  <a:lnTo>
                    <a:pt x="973836" y="374904"/>
                  </a:lnTo>
                  <a:lnTo>
                    <a:pt x="972312" y="376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/>
          <p:cNvSpPr txBox="1"/>
          <p:nvPr/>
        </p:nvSpPr>
        <p:spPr>
          <a:xfrm>
            <a:off x="5590984" y="2881334"/>
            <a:ext cx="501650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ts val="890"/>
              </a:lnSpc>
              <a:spcBef>
                <a:spcPts val="130"/>
              </a:spcBef>
            </a:pPr>
            <a:r>
              <a:rPr dirty="0" sz="750" spc="-10" b="1">
                <a:latin typeface="Calibri"/>
                <a:cs typeface="Calibri"/>
              </a:rPr>
              <a:t>5.Inspecting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component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after</a:t>
            </a:r>
            <a:r>
              <a:rPr dirty="0" sz="750" spc="-4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baking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7644383" y="2901696"/>
            <a:ext cx="1132840" cy="349250"/>
            <a:chOff x="7644383" y="2901696"/>
            <a:chExt cx="1132840" cy="349250"/>
          </a:xfrm>
        </p:grpSpPr>
        <p:sp>
          <p:nvSpPr>
            <p:cNvPr id="139" name="object 139"/>
            <p:cNvSpPr/>
            <p:nvPr/>
          </p:nvSpPr>
          <p:spPr>
            <a:xfrm>
              <a:off x="7656576" y="2906267"/>
              <a:ext cx="1112520" cy="340360"/>
            </a:xfrm>
            <a:custGeom>
              <a:avLst/>
              <a:gdLst/>
              <a:ahLst/>
              <a:cxnLst/>
              <a:rect l="l" t="t" r="r" b="b"/>
              <a:pathLst>
                <a:path w="1112520" h="340360">
                  <a:moveTo>
                    <a:pt x="943355" y="339851"/>
                  </a:moveTo>
                  <a:lnTo>
                    <a:pt x="0" y="339851"/>
                  </a:lnTo>
                  <a:lnTo>
                    <a:pt x="169163" y="169164"/>
                  </a:lnTo>
                  <a:lnTo>
                    <a:pt x="0" y="0"/>
                  </a:lnTo>
                  <a:lnTo>
                    <a:pt x="943355" y="0"/>
                  </a:lnTo>
                  <a:lnTo>
                    <a:pt x="1112519" y="169164"/>
                  </a:lnTo>
                  <a:lnTo>
                    <a:pt x="943355" y="339851"/>
                  </a:lnTo>
                  <a:close/>
                </a:path>
              </a:pathLst>
            </a:custGeom>
            <a:solidFill>
              <a:srgbClr val="DDEB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644383" y="2901696"/>
              <a:ext cx="1132840" cy="349250"/>
            </a:xfrm>
            <a:custGeom>
              <a:avLst/>
              <a:gdLst/>
              <a:ahLst/>
              <a:cxnLst/>
              <a:rect l="l" t="t" r="r" b="b"/>
              <a:pathLst>
                <a:path w="1132840" h="349250">
                  <a:moveTo>
                    <a:pt x="174515" y="174480"/>
                  </a:moveTo>
                  <a:lnTo>
                    <a:pt x="173736" y="173736"/>
                  </a:lnTo>
                  <a:lnTo>
                    <a:pt x="0" y="0"/>
                  </a:lnTo>
                  <a:lnTo>
                    <a:pt x="957072" y="0"/>
                  </a:lnTo>
                  <a:lnTo>
                    <a:pt x="958609" y="1524"/>
                  </a:lnTo>
                  <a:lnTo>
                    <a:pt x="15240" y="1524"/>
                  </a:lnTo>
                  <a:lnTo>
                    <a:pt x="12192" y="9144"/>
                  </a:lnTo>
                  <a:lnTo>
                    <a:pt x="22927" y="9144"/>
                  </a:lnTo>
                  <a:lnTo>
                    <a:pt x="185901" y="170688"/>
                  </a:lnTo>
                  <a:lnTo>
                    <a:pt x="178307" y="170688"/>
                  </a:lnTo>
                  <a:lnTo>
                    <a:pt x="174515" y="174480"/>
                  </a:lnTo>
                  <a:close/>
                </a:path>
                <a:path w="1132840" h="349250">
                  <a:moveTo>
                    <a:pt x="22927" y="9144"/>
                  </a:moveTo>
                  <a:lnTo>
                    <a:pt x="12192" y="9144"/>
                  </a:lnTo>
                  <a:lnTo>
                    <a:pt x="15240" y="1524"/>
                  </a:lnTo>
                  <a:lnTo>
                    <a:pt x="22927" y="9144"/>
                  </a:lnTo>
                  <a:close/>
                </a:path>
                <a:path w="1132840" h="349250">
                  <a:moveTo>
                    <a:pt x="952499" y="9144"/>
                  </a:moveTo>
                  <a:lnTo>
                    <a:pt x="22927" y="9144"/>
                  </a:lnTo>
                  <a:lnTo>
                    <a:pt x="15240" y="1524"/>
                  </a:lnTo>
                  <a:lnTo>
                    <a:pt x="958609" y="1524"/>
                  </a:lnTo>
                  <a:lnTo>
                    <a:pt x="964758" y="7620"/>
                  </a:lnTo>
                  <a:lnTo>
                    <a:pt x="950975" y="7620"/>
                  </a:lnTo>
                  <a:lnTo>
                    <a:pt x="952499" y="9144"/>
                  </a:lnTo>
                  <a:close/>
                </a:path>
                <a:path w="1132840" h="349250">
                  <a:moveTo>
                    <a:pt x="1117836" y="174480"/>
                  </a:moveTo>
                  <a:lnTo>
                    <a:pt x="950975" y="7620"/>
                  </a:lnTo>
                  <a:lnTo>
                    <a:pt x="955548" y="9144"/>
                  </a:lnTo>
                  <a:lnTo>
                    <a:pt x="966296" y="9144"/>
                  </a:lnTo>
                  <a:lnTo>
                    <a:pt x="1129257" y="170688"/>
                  </a:lnTo>
                  <a:lnTo>
                    <a:pt x="1121664" y="170688"/>
                  </a:lnTo>
                  <a:lnTo>
                    <a:pt x="1117836" y="174480"/>
                  </a:lnTo>
                  <a:close/>
                </a:path>
                <a:path w="1132840" h="349250">
                  <a:moveTo>
                    <a:pt x="966296" y="9144"/>
                  </a:moveTo>
                  <a:lnTo>
                    <a:pt x="955548" y="9144"/>
                  </a:lnTo>
                  <a:lnTo>
                    <a:pt x="950975" y="7620"/>
                  </a:lnTo>
                  <a:lnTo>
                    <a:pt x="964758" y="7620"/>
                  </a:lnTo>
                  <a:lnTo>
                    <a:pt x="966296" y="9144"/>
                  </a:lnTo>
                  <a:close/>
                </a:path>
                <a:path w="1132840" h="349250">
                  <a:moveTo>
                    <a:pt x="178307" y="178307"/>
                  </a:moveTo>
                  <a:lnTo>
                    <a:pt x="174515" y="174480"/>
                  </a:lnTo>
                  <a:lnTo>
                    <a:pt x="178307" y="170688"/>
                  </a:lnTo>
                  <a:lnTo>
                    <a:pt x="178307" y="178307"/>
                  </a:lnTo>
                  <a:close/>
                </a:path>
                <a:path w="1132840" h="349250">
                  <a:moveTo>
                    <a:pt x="184404" y="178307"/>
                  </a:moveTo>
                  <a:lnTo>
                    <a:pt x="178307" y="178307"/>
                  </a:lnTo>
                  <a:lnTo>
                    <a:pt x="178307" y="170688"/>
                  </a:lnTo>
                  <a:lnTo>
                    <a:pt x="185901" y="170688"/>
                  </a:lnTo>
                  <a:lnTo>
                    <a:pt x="188976" y="173736"/>
                  </a:lnTo>
                  <a:lnTo>
                    <a:pt x="184404" y="178307"/>
                  </a:lnTo>
                  <a:close/>
                </a:path>
                <a:path w="1132840" h="349250">
                  <a:moveTo>
                    <a:pt x="1121664" y="178307"/>
                  </a:moveTo>
                  <a:lnTo>
                    <a:pt x="1117836" y="174480"/>
                  </a:lnTo>
                  <a:lnTo>
                    <a:pt x="1121664" y="170688"/>
                  </a:lnTo>
                  <a:lnTo>
                    <a:pt x="1121664" y="178307"/>
                  </a:lnTo>
                  <a:close/>
                </a:path>
                <a:path w="1132840" h="349250">
                  <a:moveTo>
                    <a:pt x="1127760" y="178307"/>
                  </a:moveTo>
                  <a:lnTo>
                    <a:pt x="1121664" y="178307"/>
                  </a:lnTo>
                  <a:lnTo>
                    <a:pt x="1121664" y="170688"/>
                  </a:lnTo>
                  <a:lnTo>
                    <a:pt x="1129257" y="170688"/>
                  </a:lnTo>
                  <a:lnTo>
                    <a:pt x="1132332" y="173736"/>
                  </a:lnTo>
                  <a:lnTo>
                    <a:pt x="1127760" y="178307"/>
                  </a:lnTo>
                  <a:close/>
                </a:path>
                <a:path w="1132840" h="349250">
                  <a:moveTo>
                    <a:pt x="957072" y="348996"/>
                  </a:moveTo>
                  <a:lnTo>
                    <a:pt x="0" y="348996"/>
                  </a:lnTo>
                  <a:lnTo>
                    <a:pt x="174515" y="174480"/>
                  </a:lnTo>
                  <a:lnTo>
                    <a:pt x="178307" y="178307"/>
                  </a:lnTo>
                  <a:lnTo>
                    <a:pt x="184404" y="178307"/>
                  </a:lnTo>
                  <a:lnTo>
                    <a:pt x="24384" y="338328"/>
                  </a:lnTo>
                  <a:lnTo>
                    <a:pt x="12192" y="338328"/>
                  </a:lnTo>
                  <a:lnTo>
                    <a:pt x="15240" y="347472"/>
                  </a:lnTo>
                  <a:lnTo>
                    <a:pt x="958596" y="347472"/>
                  </a:lnTo>
                  <a:lnTo>
                    <a:pt x="957072" y="348996"/>
                  </a:lnTo>
                  <a:close/>
                </a:path>
                <a:path w="1132840" h="349250">
                  <a:moveTo>
                    <a:pt x="950975" y="339852"/>
                  </a:moveTo>
                  <a:lnTo>
                    <a:pt x="1117836" y="174480"/>
                  </a:lnTo>
                  <a:lnTo>
                    <a:pt x="1121664" y="178307"/>
                  </a:lnTo>
                  <a:lnTo>
                    <a:pt x="1127760" y="178307"/>
                  </a:lnTo>
                  <a:lnTo>
                    <a:pt x="967740" y="338328"/>
                  </a:lnTo>
                  <a:lnTo>
                    <a:pt x="955548" y="338328"/>
                  </a:lnTo>
                  <a:lnTo>
                    <a:pt x="950975" y="339852"/>
                  </a:lnTo>
                  <a:close/>
                </a:path>
                <a:path w="1132840" h="349250">
                  <a:moveTo>
                    <a:pt x="15240" y="347472"/>
                  </a:moveTo>
                  <a:lnTo>
                    <a:pt x="12192" y="338328"/>
                  </a:lnTo>
                  <a:lnTo>
                    <a:pt x="24384" y="338328"/>
                  </a:lnTo>
                  <a:lnTo>
                    <a:pt x="15240" y="347472"/>
                  </a:lnTo>
                  <a:close/>
                </a:path>
                <a:path w="1132840" h="349250">
                  <a:moveTo>
                    <a:pt x="958596" y="347472"/>
                  </a:moveTo>
                  <a:lnTo>
                    <a:pt x="15240" y="347472"/>
                  </a:lnTo>
                  <a:lnTo>
                    <a:pt x="24384" y="338328"/>
                  </a:lnTo>
                  <a:lnTo>
                    <a:pt x="952513" y="338328"/>
                  </a:lnTo>
                  <a:lnTo>
                    <a:pt x="950975" y="339852"/>
                  </a:lnTo>
                  <a:lnTo>
                    <a:pt x="966216" y="339852"/>
                  </a:lnTo>
                  <a:lnTo>
                    <a:pt x="958596" y="347472"/>
                  </a:lnTo>
                  <a:close/>
                </a:path>
                <a:path w="1132840" h="349250">
                  <a:moveTo>
                    <a:pt x="966216" y="339852"/>
                  </a:moveTo>
                  <a:lnTo>
                    <a:pt x="950975" y="339852"/>
                  </a:lnTo>
                  <a:lnTo>
                    <a:pt x="955548" y="338328"/>
                  </a:lnTo>
                  <a:lnTo>
                    <a:pt x="967740" y="338328"/>
                  </a:lnTo>
                  <a:lnTo>
                    <a:pt x="966216" y="339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/>
          <p:cNvSpPr txBox="1"/>
          <p:nvPr/>
        </p:nvSpPr>
        <p:spPr>
          <a:xfrm>
            <a:off x="7887579" y="2887417"/>
            <a:ext cx="459740" cy="364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just" marL="12700" marR="5080">
              <a:lnSpc>
                <a:spcPts val="890"/>
              </a:lnSpc>
              <a:spcBef>
                <a:spcPts val="130"/>
              </a:spcBef>
            </a:pPr>
            <a:r>
              <a:rPr dirty="0" sz="750" b="1">
                <a:latin typeface="Calibri"/>
                <a:cs typeface="Calibri"/>
              </a:rPr>
              <a:t>7.</a:t>
            </a:r>
            <a:r>
              <a:rPr dirty="0" sz="750" spc="-30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Remove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BGA,</a:t>
            </a:r>
            <a:r>
              <a:rPr dirty="0" sz="750" spc="-25" b="1">
                <a:latin typeface="Calibri"/>
                <a:cs typeface="Calibri"/>
              </a:rPr>
              <a:t> </a:t>
            </a:r>
            <a:r>
              <a:rPr dirty="0" sz="750" spc="-10" b="1">
                <a:latin typeface="Calibri"/>
                <a:cs typeface="Calibri"/>
              </a:rPr>
              <a:t>Clean</a:t>
            </a:r>
            <a:r>
              <a:rPr dirty="0" sz="750" spc="500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BGA</a:t>
            </a:r>
            <a:r>
              <a:rPr dirty="0" sz="750" spc="-35" b="1">
                <a:latin typeface="Calibri"/>
                <a:cs typeface="Calibri"/>
              </a:rPr>
              <a:t> </a:t>
            </a:r>
            <a:r>
              <a:rPr dirty="0" sz="750" spc="-25" b="1">
                <a:latin typeface="Calibri"/>
                <a:cs typeface="Calibri"/>
              </a:rPr>
              <a:t>PAD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V0988062</dc:creator>
  <dc:title>Microsoft PowerPoint - FXCN BGA Rework Process V5.pptx</dc:title>
  <dcterms:created xsi:type="dcterms:W3CDTF">2026-08-13T02:55:59Z</dcterms:created>
  <dcterms:modified xsi:type="dcterms:W3CDTF">2026-08-13T02:55:59Z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LastSaved">
    <vt:filetime>2026-08-13T00:00:00Z</vt:filetime>
  </property>
  <property fmtid="{D5CDD505-2E9C-101B-9397-08002B2CF9AE}" pid="4" name="Producer">
    <vt:lpwstr>Microsoft: Print To PDF</vt:lpwstr>
  </property>
</Properties>
</file>