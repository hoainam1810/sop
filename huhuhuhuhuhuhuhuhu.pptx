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8767" y="939038"/>
            <a:ext cx="690880" cy="257810"/>
          </a:xfrm>
          <a:custGeom>
            <a:avLst/>
            <a:gdLst/>
            <a:ahLst/>
            <a:cxnLst/>
            <a:rect l="l" t="t" r="r" b="b"/>
            <a:pathLst>
              <a:path w="690880" h="257809">
                <a:moveTo>
                  <a:pt x="690372" y="0"/>
                </a:moveTo>
                <a:lnTo>
                  <a:pt x="0" y="0"/>
                </a:lnTo>
                <a:lnTo>
                  <a:pt x="0" y="257555"/>
                </a:lnTo>
                <a:lnTo>
                  <a:pt x="690372" y="257555"/>
                </a:lnTo>
                <a:lnTo>
                  <a:pt x="690372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521205" y="939038"/>
            <a:ext cx="946785" cy="257810"/>
          </a:xfrm>
          <a:custGeom>
            <a:avLst/>
            <a:gdLst/>
            <a:ahLst/>
            <a:cxnLst/>
            <a:rect l="l" t="t" r="r" b="b"/>
            <a:pathLst>
              <a:path w="946785" h="257809">
                <a:moveTo>
                  <a:pt x="946404" y="0"/>
                </a:moveTo>
                <a:lnTo>
                  <a:pt x="0" y="0"/>
                </a:lnTo>
                <a:lnTo>
                  <a:pt x="0" y="257555"/>
                </a:lnTo>
                <a:lnTo>
                  <a:pt x="946404" y="257555"/>
                </a:lnTo>
                <a:lnTo>
                  <a:pt x="94640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369942" y="939038"/>
            <a:ext cx="1020444" cy="257810"/>
          </a:xfrm>
          <a:custGeom>
            <a:avLst/>
            <a:gdLst/>
            <a:ahLst/>
            <a:cxnLst/>
            <a:rect l="l" t="t" r="r" b="b"/>
            <a:pathLst>
              <a:path w="1020445" h="257809">
                <a:moveTo>
                  <a:pt x="1019860" y="0"/>
                </a:moveTo>
                <a:lnTo>
                  <a:pt x="0" y="0"/>
                </a:lnTo>
                <a:lnTo>
                  <a:pt x="0" y="257555"/>
                </a:lnTo>
                <a:lnTo>
                  <a:pt x="1019860" y="257555"/>
                </a:lnTo>
                <a:lnTo>
                  <a:pt x="101986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6057265" y="939038"/>
            <a:ext cx="1498600" cy="257810"/>
          </a:xfrm>
          <a:custGeom>
            <a:avLst/>
            <a:gdLst/>
            <a:ahLst/>
            <a:cxnLst/>
            <a:rect l="l" t="t" r="r" b="b"/>
            <a:pathLst>
              <a:path w="1498600" h="257809">
                <a:moveTo>
                  <a:pt x="1498345" y="0"/>
                </a:moveTo>
                <a:lnTo>
                  <a:pt x="0" y="0"/>
                </a:lnTo>
                <a:lnTo>
                  <a:pt x="0" y="257555"/>
                </a:lnTo>
                <a:lnTo>
                  <a:pt x="1498345" y="257555"/>
                </a:lnTo>
                <a:lnTo>
                  <a:pt x="149834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8470138" y="939038"/>
            <a:ext cx="658495" cy="257810"/>
          </a:xfrm>
          <a:custGeom>
            <a:avLst/>
            <a:gdLst/>
            <a:ahLst/>
            <a:cxnLst/>
            <a:rect l="l" t="t" r="r" b="b"/>
            <a:pathLst>
              <a:path w="658495" h="257809">
                <a:moveTo>
                  <a:pt x="658368" y="0"/>
                </a:moveTo>
                <a:lnTo>
                  <a:pt x="0" y="0"/>
                </a:lnTo>
                <a:lnTo>
                  <a:pt x="0" y="257555"/>
                </a:lnTo>
                <a:lnTo>
                  <a:pt x="658368" y="257555"/>
                </a:lnTo>
                <a:lnTo>
                  <a:pt x="65836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9396730" y="939038"/>
            <a:ext cx="360045" cy="257810"/>
          </a:xfrm>
          <a:custGeom>
            <a:avLst/>
            <a:gdLst/>
            <a:ahLst/>
            <a:cxnLst/>
            <a:rect l="l" t="t" r="r" b="b"/>
            <a:pathLst>
              <a:path w="360045" h="257809">
                <a:moveTo>
                  <a:pt x="359968" y="0"/>
                </a:moveTo>
                <a:lnTo>
                  <a:pt x="0" y="0"/>
                </a:lnTo>
                <a:lnTo>
                  <a:pt x="0" y="257555"/>
                </a:lnTo>
                <a:lnTo>
                  <a:pt x="359968" y="257555"/>
                </a:lnTo>
                <a:lnTo>
                  <a:pt x="35996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png"/><Relationship Id="rId10" Type="http://schemas.openxmlformats.org/officeDocument/2006/relationships/image" Target="../media/image9.jp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jpg"/><Relationship Id="rId17" Type="http://schemas.openxmlformats.org/officeDocument/2006/relationships/image" Target="../media/image16.jpg"/><Relationship Id="rId18" Type="http://schemas.openxmlformats.org/officeDocument/2006/relationships/image" Target="../media/image17.jpg"/><Relationship Id="rId19" Type="http://schemas.openxmlformats.org/officeDocument/2006/relationships/image" Target="../media/image18.png"/><Relationship Id="rId20" Type="http://schemas.openxmlformats.org/officeDocument/2006/relationships/image" Target="../media/image19.jp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jpg"/><Relationship Id="rId24" Type="http://schemas.openxmlformats.org/officeDocument/2006/relationships/image" Target="../media/image23.png"/><Relationship Id="rId25" Type="http://schemas.openxmlformats.org/officeDocument/2006/relationships/image" Target="../media/image24.jpg"/><Relationship Id="rId26" Type="http://schemas.openxmlformats.org/officeDocument/2006/relationships/image" Target="../media/image25.png"/><Relationship Id="rId27" Type="http://schemas.openxmlformats.org/officeDocument/2006/relationships/image" Target="../media/image26.jpg"/><Relationship Id="rId28" Type="http://schemas.openxmlformats.org/officeDocument/2006/relationships/image" Target="../media/image27.jpg"/><Relationship Id="rId29" Type="http://schemas.openxmlformats.org/officeDocument/2006/relationships/image" Target="../media/image28.jpg"/><Relationship Id="rId30" Type="http://schemas.openxmlformats.org/officeDocument/2006/relationships/image" Target="../media/image29.jpg"/><Relationship Id="rId31" Type="http://schemas.openxmlformats.org/officeDocument/2006/relationships/image" Target="../media/image30.jpg"/><Relationship Id="rId32" Type="http://schemas.openxmlformats.org/officeDocument/2006/relationships/image" Target="../media/image31.jpg"/><Relationship Id="rId33" Type="http://schemas.openxmlformats.org/officeDocument/2006/relationships/image" Target="../media/image32.jpg"/><Relationship Id="rId34" Type="http://schemas.openxmlformats.org/officeDocument/2006/relationships/image" Target="../media/image33.jpg"/><Relationship Id="rId35" Type="http://schemas.openxmlformats.org/officeDocument/2006/relationships/image" Target="../media/image34.jpg"/><Relationship Id="rId36" Type="http://schemas.openxmlformats.org/officeDocument/2006/relationships/image" Target="../media/image35.jpg"/><Relationship Id="rId37" Type="http://schemas.openxmlformats.org/officeDocument/2006/relationships/image" Target="../media/image36.jpg"/><Relationship Id="rId38" Type="http://schemas.openxmlformats.org/officeDocument/2006/relationships/image" Target="../media/image37.jpg"/><Relationship Id="rId39" Type="http://schemas.openxmlformats.org/officeDocument/2006/relationships/image" Target="../media/image38.jp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jpg"/><Relationship Id="rId43" Type="http://schemas.openxmlformats.org/officeDocument/2006/relationships/image" Target="../media/image42.jpg"/><Relationship Id="rId44" Type="http://schemas.openxmlformats.org/officeDocument/2006/relationships/image" Target="../media/image43.jpg"/><Relationship Id="rId45" Type="http://schemas.openxmlformats.org/officeDocument/2006/relationships/image" Target="../media/image44.jpg"/><Relationship Id="rId46" Type="http://schemas.openxmlformats.org/officeDocument/2006/relationships/image" Target="../media/image45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/>
          <p:nvPr/>
        </p:nvSpPr>
        <p:spPr>
          <a:xfrm>
            <a:off x="4503546" y="754125"/>
            <a:ext cx="1086485" cy="17843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 indent="40640">
              <a:lnSpc>
                <a:spcPct val="102000"/>
              </a:lnSpc>
              <a:spcBef>
                <a:spcPts val="80"/>
              </a:spcBef>
            </a:pPr>
            <a:r>
              <a:rPr dirty="0" sz="500" spc="-10" b="1">
                <a:latin typeface="Times New Roman"/>
                <a:cs typeface="Times New Roman"/>
              </a:rPr>
              <a:t>Foxconn</a:t>
            </a:r>
            <a:r>
              <a:rPr dirty="0" sz="500" spc="20" b="1">
                <a:latin typeface="Times New Roman"/>
                <a:cs typeface="Times New Roman"/>
              </a:rPr>
              <a:t> </a:t>
            </a:r>
            <a:r>
              <a:rPr dirty="0" sz="500" spc="-10" b="1">
                <a:latin typeface="Times New Roman"/>
                <a:cs typeface="Times New Roman"/>
              </a:rPr>
              <a:t>Industrial</a:t>
            </a:r>
            <a:r>
              <a:rPr dirty="0" sz="500" spc="20" b="1">
                <a:latin typeface="Times New Roman"/>
                <a:cs typeface="Times New Roman"/>
              </a:rPr>
              <a:t> </a:t>
            </a:r>
            <a:r>
              <a:rPr dirty="0" sz="500" spc="-10" b="1">
                <a:latin typeface="Times New Roman"/>
                <a:cs typeface="Times New Roman"/>
              </a:rPr>
              <a:t>Internet</a:t>
            </a:r>
            <a:r>
              <a:rPr dirty="0" sz="500" spc="25" b="1">
                <a:latin typeface="Times New Roman"/>
                <a:cs typeface="Times New Roman"/>
              </a:rPr>
              <a:t> </a:t>
            </a:r>
            <a:r>
              <a:rPr dirty="0" sz="500" spc="-10" b="1">
                <a:latin typeface="Times New Roman"/>
                <a:cs typeface="Times New Roman"/>
              </a:rPr>
              <a:t>Co.,Ltd</a:t>
            </a:r>
            <a:r>
              <a:rPr dirty="0" sz="500" spc="500" b="1">
                <a:latin typeface="Times New Roman"/>
                <a:cs typeface="Times New Roman"/>
              </a:rPr>
              <a:t> </a:t>
            </a:r>
            <a:r>
              <a:rPr dirty="0" sz="500" b="1">
                <a:solidFill>
                  <a:srgbClr val="0000CC"/>
                </a:solidFill>
                <a:latin typeface="Times New Roman"/>
                <a:cs typeface="Times New Roman"/>
              </a:rPr>
              <a:t>QUI</a:t>
            </a:r>
            <a:r>
              <a:rPr dirty="0" sz="500" spc="-10" b="1">
                <a:solidFill>
                  <a:srgbClr val="0000CC"/>
                </a:solidFill>
                <a:latin typeface="Times New Roman"/>
                <a:cs typeface="Times New Roman"/>
              </a:rPr>
              <a:t> ĐỊNH THAO TÁC</a:t>
            </a:r>
            <a:r>
              <a:rPr dirty="0" sz="500" spc="-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500" spc="-10" b="1">
                <a:solidFill>
                  <a:srgbClr val="0000CC"/>
                </a:solidFill>
                <a:latin typeface="Times New Roman"/>
                <a:cs typeface="Times New Roman"/>
              </a:rPr>
              <a:t>TIÊU </a:t>
            </a:r>
            <a:r>
              <a:rPr dirty="0" sz="500" spc="-20" b="1">
                <a:solidFill>
                  <a:srgbClr val="0000CC"/>
                </a:solidFill>
                <a:latin typeface="Times New Roman"/>
                <a:cs typeface="Times New Roman"/>
              </a:rPr>
              <a:t>CHUẨN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8572" y="1005586"/>
            <a:ext cx="271780" cy="1117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-10" b="1">
                <a:latin typeface="Times New Roman"/>
                <a:cs typeface="Times New Roman"/>
              </a:rPr>
              <a:t>Product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38275" y="1005586"/>
            <a:ext cx="382905" cy="1117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-10" b="1">
                <a:latin typeface="Times New Roman"/>
                <a:cs typeface="Times New Roman"/>
              </a:rPr>
              <a:t>SFG024965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71217" y="1005586"/>
            <a:ext cx="246379" cy="1117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-10" b="1">
                <a:latin typeface="Times New Roman"/>
                <a:cs typeface="Times New Roman"/>
              </a:rPr>
              <a:t>Station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13633" y="996441"/>
            <a:ext cx="1011555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>
                <a:latin typeface="Times New Roman"/>
                <a:cs typeface="Times New Roman"/>
              </a:rPr>
              <a:t>Visual</a:t>
            </a:r>
            <a:r>
              <a:rPr dirty="0" sz="650" spc="50">
                <a:latin typeface="Times New Roman"/>
                <a:cs typeface="Times New Roman"/>
              </a:rPr>
              <a:t> </a:t>
            </a:r>
            <a:r>
              <a:rPr dirty="0" sz="650" spc="-10">
                <a:latin typeface="Times New Roman"/>
                <a:cs typeface="Times New Roman"/>
              </a:rPr>
              <a:t>inspection_FATP_VI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19371" y="1005586"/>
            <a:ext cx="520700" cy="1117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b="1">
                <a:latin typeface="Times New Roman"/>
                <a:cs typeface="Times New Roman"/>
              </a:rPr>
              <a:t>Equipment,</a:t>
            </a:r>
            <a:r>
              <a:rPr dirty="0" sz="550" spc="50" b="1">
                <a:latin typeface="Times New Roman"/>
                <a:cs typeface="Times New Roman"/>
              </a:rPr>
              <a:t> </a:t>
            </a:r>
            <a:r>
              <a:rPr dirty="0" sz="550" spc="-20" b="1">
                <a:latin typeface="Times New Roman"/>
                <a:cs typeface="Times New Roman"/>
              </a:rPr>
              <a:t>tool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58992" y="1004062"/>
            <a:ext cx="129539" cy="1117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-25">
                <a:latin typeface="Times New Roman"/>
                <a:cs typeface="Times New Roman"/>
              </a:rPr>
              <a:t>NA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56629" y="1005586"/>
            <a:ext cx="499109" cy="1117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b="1">
                <a:latin typeface="Times New Roman"/>
                <a:cs typeface="Times New Roman"/>
              </a:rPr>
              <a:t>Document</a:t>
            </a:r>
            <a:r>
              <a:rPr dirty="0" sz="550" spc="45" b="1">
                <a:latin typeface="Times New Roman"/>
                <a:cs typeface="Times New Roman"/>
              </a:rPr>
              <a:t> </a:t>
            </a:r>
            <a:r>
              <a:rPr dirty="0" sz="550" spc="-20" b="1">
                <a:latin typeface="Times New Roman"/>
                <a:cs typeface="Times New Roman"/>
              </a:rPr>
              <a:t>code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37526" y="1004062"/>
            <a:ext cx="751840" cy="1117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>
                <a:latin typeface="Times New Roman"/>
                <a:cs typeface="Times New Roman"/>
              </a:rPr>
              <a:t>SOP-</a:t>
            </a:r>
            <a:r>
              <a:rPr dirty="0" sz="550" spc="-10">
                <a:latin typeface="Times New Roman"/>
                <a:cs typeface="Times New Roman"/>
              </a:rPr>
              <a:t>NVG-</a:t>
            </a:r>
            <a:r>
              <a:rPr dirty="0" sz="550">
                <a:latin typeface="Times New Roman"/>
                <a:cs typeface="Times New Roman"/>
              </a:rPr>
              <a:t>NV855B1-</a:t>
            </a:r>
            <a:r>
              <a:rPr dirty="0" sz="550" spc="-25">
                <a:latin typeface="Times New Roman"/>
                <a:cs typeface="Times New Roman"/>
              </a:rPr>
              <a:t>01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667750" y="1005586"/>
            <a:ext cx="264795" cy="1117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-10" b="1">
                <a:latin typeface="Times New Roman"/>
                <a:cs typeface="Times New Roman"/>
              </a:rPr>
              <a:t>Version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24009" y="1004062"/>
            <a:ext cx="77470" cy="1117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-50">
                <a:latin typeface="Times New Roman"/>
                <a:cs typeface="Times New Roman"/>
              </a:rPr>
              <a:t>A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490964" y="1005586"/>
            <a:ext cx="173355" cy="1117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 spc="-20" b="1">
                <a:latin typeface="Times New Roman"/>
                <a:cs typeface="Times New Roman"/>
              </a:rPr>
              <a:t>Page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817100" y="1001014"/>
            <a:ext cx="158750" cy="1117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>
                <a:latin typeface="Times New Roman"/>
                <a:cs typeface="Times New Roman"/>
              </a:rPr>
              <a:t>10-</a:t>
            </a:r>
            <a:r>
              <a:rPr dirty="0" sz="550" spc="-50">
                <a:latin typeface="Times New Roman"/>
                <a:cs typeface="Times New Roman"/>
              </a:rPr>
              <a:t>5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059804" y="1188466"/>
            <a:ext cx="441959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b="1">
                <a:solidFill>
                  <a:srgbClr val="0000FF"/>
                </a:solidFill>
                <a:latin typeface="Times New Roman"/>
                <a:cs typeface="Times New Roman"/>
              </a:rPr>
              <a:t>Hình</a:t>
            </a:r>
            <a:r>
              <a:rPr dirty="0" sz="500" spc="-30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b="1">
                <a:solidFill>
                  <a:srgbClr val="0000FF"/>
                </a:solidFill>
                <a:latin typeface="Times New Roman"/>
                <a:cs typeface="Times New Roman"/>
              </a:rPr>
              <a:t>biểu</a:t>
            </a:r>
            <a:r>
              <a:rPr dirty="0" sz="500" spc="-2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 b="1">
                <a:solidFill>
                  <a:srgbClr val="0000FF"/>
                </a:solidFill>
                <a:latin typeface="Times New Roman"/>
                <a:cs typeface="Times New Roman"/>
              </a:rPr>
              <a:t>thị</a:t>
            </a:r>
            <a:r>
              <a:rPr dirty="0" sz="500" spc="-20">
                <a:latin typeface="PMingLiU"/>
                <a:cs typeface="PMingLiU"/>
              </a:rPr>
              <a:t>：</a:t>
            </a:r>
            <a:endParaRPr sz="500">
              <a:latin typeface="PMingLiU"/>
              <a:cs typeface="PMingLiU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7131" y="1266189"/>
            <a:ext cx="461645" cy="1752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1275">
              <a:lnSpc>
                <a:spcPts val="595"/>
              </a:lnSpc>
              <a:spcBef>
                <a:spcPts val="90"/>
              </a:spcBef>
            </a:pPr>
            <a:r>
              <a:rPr dirty="0" sz="500" spc="-10" b="1">
                <a:latin typeface="Times New Roman"/>
                <a:cs typeface="Times New Roman"/>
              </a:rPr>
              <a:t>Material</a:t>
            </a:r>
            <a:r>
              <a:rPr dirty="0" sz="500" spc="35" b="1">
                <a:latin typeface="Times New Roman"/>
                <a:cs typeface="Times New Roman"/>
              </a:rPr>
              <a:t> </a:t>
            </a:r>
            <a:r>
              <a:rPr dirty="0" sz="500" spc="-20" b="1">
                <a:latin typeface="Times New Roman"/>
                <a:cs typeface="Times New Roman"/>
              </a:rPr>
              <a:t>code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ts val="595"/>
              </a:lnSpc>
            </a:pPr>
            <a:r>
              <a:rPr dirty="0" sz="500">
                <a:solidFill>
                  <a:srgbClr val="0D0D0D"/>
                </a:solidFill>
                <a:latin typeface="Times New Roman"/>
                <a:cs typeface="Times New Roman"/>
              </a:rPr>
              <a:t>060106-</a:t>
            </a:r>
            <a:r>
              <a:rPr dirty="0" sz="500" spc="-10">
                <a:solidFill>
                  <a:srgbClr val="0D0D0D"/>
                </a:solidFill>
                <a:latin typeface="Times New Roman"/>
                <a:cs typeface="Times New Roman"/>
              </a:rPr>
              <a:t>2130003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9988" y="1270762"/>
            <a:ext cx="421640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10" b="1">
                <a:latin typeface="Times New Roman"/>
                <a:cs typeface="Times New Roman"/>
              </a:rPr>
              <a:t>Material</a:t>
            </a:r>
            <a:r>
              <a:rPr dirty="0" sz="500" spc="35" b="1">
                <a:latin typeface="Times New Roman"/>
                <a:cs typeface="Times New Roman"/>
              </a:rPr>
              <a:t> </a:t>
            </a:r>
            <a:r>
              <a:rPr dirty="0" sz="500" spc="-20" b="1">
                <a:latin typeface="Times New Roman"/>
                <a:cs typeface="Times New Roman"/>
              </a:rPr>
              <a:t>name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10792" y="1183894"/>
            <a:ext cx="295910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10" b="1">
                <a:solidFill>
                  <a:srgbClr val="0000FF"/>
                </a:solidFill>
                <a:latin typeface="Times New Roman"/>
                <a:cs typeface="Times New Roman"/>
              </a:rPr>
              <a:t>Material</a:t>
            </a:r>
            <a:r>
              <a:rPr dirty="0" sz="500" spc="3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50" b="1">
                <a:solidFill>
                  <a:srgbClr val="0000FF"/>
                </a:solidFill>
                <a:latin typeface="Times New Roman"/>
                <a:cs typeface="Times New Roman"/>
              </a:rPr>
              <a:t>: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60550" y="1270762"/>
            <a:ext cx="268605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10" b="1">
                <a:latin typeface="Times New Roman"/>
                <a:cs typeface="Times New Roman"/>
              </a:rPr>
              <a:t>Quantity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1219" y="1346962"/>
            <a:ext cx="528955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10">
                <a:solidFill>
                  <a:srgbClr val="0D0D0D"/>
                </a:solidFill>
                <a:latin typeface="Times New Roman"/>
                <a:cs typeface="Times New Roman"/>
              </a:rPr>
              <a:t>Dung</a:t>
            </a:r>
            <a:r>
              <a:rPr dirty="0" sz="500" spc="-1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D0D0D"/>
                </a:solidFill>
                <a:latin typeface="Times New Roman"/>
                <a:cs typeface="Times New Roman"/>
              </a:rPr>
              <a:t>dịch IPA</a:t>
            </a:r>
            <a:r>
              <a:rPr dirty="0" sz="500" spc="-1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500" spc="-25">
                <a:solidFill>
                  <a:srgbClr val="0D0D0D"/>
                </a:solidFill>
                <a:latin typeface="Times New Roman"/>
                <a:cs typeface="Times New Roman"/>
              </a:rPr>
              <a:t>90%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33701" y="1346962"/>
            <a:ext cx="133350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25">
                <a:solidFill>
                  <a:srgbClr val="0D0D0D"/>
                </a:solidFill>
                <a:latin typeface="Times New Roman"/>
                <a:cs typeface="Times New Roman"/>
              </a:rPr>
              <a:t>N/A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7419" y="1517650"/>
            <a:ext cx="366395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10" b="1">
                <a:latin typeface="Times New Roman"/>
                <a:cs typeface="Times New Roman"/>
              </a:rPr>
              <a:t>Specification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90980" y="1424686"/>
            <a:ext cx="344805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10" b="1">
                <a:solidFill>
                  <a:srgbClr val="0000FF"/>
                </a:solidFill>
                <a:latin typeface="Times New Roman"/>
                <a:cs typeface="Times New Roman"/>
              </a:rPr>
              <a:t>Equipment: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1892" y="1513077"/>
            <a:ext cx="485775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10" b="1">
                <a:latin typeface="Times New Roman"/>
                <a:cs typeface="Times New Roman"/>
              </a:rPr>
              <a:t>Equipment</a:t>
            </a:r>
            <a:r>
              <a:rPr dirty="0" sz="500" spc="30" b="1">
                <a:latin typeface="Times New Roman"/>
                <a:cs typeface="Times New Roman"/>
              </a:rPr>
              <a:t> </a:t>
            </a:r>
            <a:r>
              <a:rPr dirty="0" sz="500" spc="-20" b="1">
                <a:latin typeface="Times New Roman"/>
                <a:cs typeface="Times New Roman"/>
              </a:rPr>
              <a:t>name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60550" y="1517650"/>
            <a:ext cx="268605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10" b="1">
                <a:latin typeface="Times New Roman"/>
                <a:cs typeface="Times New Roman"/>
              </a:rPr>
              <a:t>Quantity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9700" y="1593850"/>
            <a:ext cx="508000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20">
                <a:latin typeface="Times New Roman"/>
                <a:cs typeface="Times New Roman"/>
              </a:rPr>
              <a:t>Magnification</a:t>
            </a:r>
            <a:r>
              <a:rPr dirty="0" sz="500" spc="90">
                <a:latin typeface="Times New Roman"/>
                <a:cs typeface="Times New Roman"/>
              </a:rPr>
              <a:t> </a:t>
            </a:r>
            <a:r>
              <a:rPr dirty="0" sz="500" spc="-20">
                <a:latin typeface="Times New Roman"/>
                <a:cs typeface="Times New Roman"/>
              </a:rPr>
              <a:t>lamp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3548" y="1598422"/>
            <a:ext cx="135890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25">
                <a:latin typeface="Times New Roman"/>
                <a:cs typeface="Times New Roman"/>
              </a:rPr>
              <a:t>10X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70277" y="1593850"/>
            <a:ext cx="57150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50">
                <a:latin typeface="Times New Roman"/>
                <a:cs typeface="Times New Roman"/>
              </a:rPr>
              <a:t>1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3520" y="1676145"/>
            <a:ext cx="341630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10">
                <a:latin typeface="Times New Roman"/>
                <a:cs typeface="Times New Roman"/>
              </a:rPr>
              <a:t>Feeler</a:t>
            </a:r>
            <a:r>
              <a:rPr dirty="0" sz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gauge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9644" y="1676145"/>
            <a:ext cx="133350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25">
                <a:latin typeface="Times New Roman"/>
                <a:cs typeface="Times New Roman"/>
              </a:rPr>
              <a:t>N/A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70277" y="1676145"/>
            <a:ext cx="57150" cy="1009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50">
                <a:latin typeface="Times New Roman"/>
                <a:cs typeface="Times New Roman"/>
              </a:rPr>
              <a:t>1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68626" y="1188466"/>
            <a:ext cx="3023870" cy="14954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0" spc="-10" b="1">
                <a:latin typeface="Times New Roman"/>
                <a:cs typeface="Times New Roman"/>
              </a:rPr>
              <a:t>Operation</a:t>
            </a:r>
            <a:r>
              <a:rPr dirty="0" sz="500" spc="20" b="1">
                <a:latin typeface="Times New Roman"/>
                <a:cs typeface="Times New Roman"/>
              </a:rPr>
              <a:t> </a:t>
            </a:r>
            <a:r>
              <a:rPr dirty="0" sz="500" spc="-10" b="1">
                <a:latin typeface="Times New Roman"/>
                <a:cs typeface="Times New Roman"/>
              </a:rPr>
              <a:t>steps</a:t>
            </a:r>
            <a:r>
              <a:rPr dirty="0" sz="500" spc="20" b="1">
                <a:latin typeface="Times New Roman"/>
                <a:cs typeface="Times New Roman"/>
              </a:rPr>
              <a:t> </a:t>
            </a:r>
            <a:r>
              <a:rPr dirty="0" sz="500" spc="-50" b="1">
                <a:solidFill>
                  <a:srgbClr val="0000CC"/>
                </a:solidFill>
                <a:latin typeface="Times New Roman"/>
                <a:cs typeface="Times New Roman"/>
              </a:rPr>
              <a:t>:</a:t>
            </a:r>
            <a:endParaRPr sz="500">
              <a:latin typeface="Times New Roman"/>
              <a:cs typeface="Times New Roman"/>
            </a:endParaRPr>
          </a:p>
          <a:p>
            <a:pPr marL="74295" indent="-61594">
              <a:lnSpc>
                <a:spcPct val="100000"/>
              </a:lnSpc>
              <a:spcBef>
                <a:spcPts val="10"/>
              </a:spcBef>
              <a:buAutoNum type="arabicPeriod"/>
              <a:tabLst>
                <a:tab pos="74295" algn="l"/>
              </a:tabLst>
            </a:pPr>
            <a:r>
              <a:rPr dirty="0" sz="500" spc="-10" b="1">
                <a:solidFill>
                  <a:srgbClr val="0000FF"/>
                </a:solidFill>
                <a:latin typeface="Times New Roman"/>
                <a:cs typeface="Times New Roman"/>
              </a:rPr>
              <a:t>Top</a:t>
            </a:r>
            <a:r>
              <a:rPr dirty="0" sz="500" spc="-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b="1">
                <a:solidFill>
                  <a:srgbClr val="0000FF"/>
                </a:solidFill>
                <a:latin typeface="Times New Roman"/>
                <a:cs typeface="Times New Roman"/>
              </a:rPr>
              <a:t>Side</a:t>
            </a:r>
            <a:r>
              <a:rPr dirty="0" sz="500" spc="-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 b="1">
                <a:solidFill>
                  <a:srgbClr val="0000FF"/>
                </a:solidFill>
                <a:latin typeface="Times New Roman"/>
                <a:cs typeface="Times New Roman"/>
              </a:rPr>
              <a:t>inspection</a:t>
            </a:r>
            <a:r>
              <a:rPr dirty="0" sz="500" spc="-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 b="1">
                <a:solidFill>
                  <a:srgbClr val="0000FF"/>
                </a:solidFill>
                <a:latin typeface="Times New Roman"/>
                <a:cs typeface="Times New Roman"/>
              </a:rPr>
              <a:t>(H1)</a:t>
            </a:r>
            <a:endParaRPr sz="500">
              <a:latin typeface="Times New Roman"/>
              <a:cs typeface="Times New Roman"/>
            </a:endParaRPr>
          </a:p>
          <a:p>
            <a:pPr lvl="1" marL="106680" indent="-93980">
              <a:lnSpc>
                <a:spcPct val="100000"/>
              </a:lnSpc>
              <a:spcBef>
                <a:spcPts val="40"/>
              </a:spcBef>
              <a:buAutoNum type="arabicPeriod"/>
              <a:tabLst>
                <a:tab pos="106680" algn="l"/>
              </a:tabLst>
            </a:pPr>
            <a:r>
              <a:rPr dirty="0" sz="500" spc="-10">
                <a:solidFill>
                  <a:srgbClr val="0D0D0D"/>
                </a:solidFill>
                <a:latin typeface="Times New Roman"/>
                <a:cs typeface="Times New Roman"/>
              </a:rPr>
              <a:t>Inspect the PCBA and</a:t>
            </a:r>
            <a:r>
              <a:rPr dirty="0" sz="500" spc="-1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D0D0D"/>
                </a:solidFill>
                <a:latin typeface="Times New Roman"/>
                <a:cs typeface="Times New Roman"/>
              </a:rPr>
              <a:t>Top </a:t>
            </a:r>
            <a:r>
              <a:rPr dirty="0" sz="500" spc="-10">
                <a:solidFill>
                  <a:srgbClr val="0D0D0D"/>
                </a:solidFill>
                <a:latin typeface="Times New Roman"/>
                <a:cs typeface="Times New Roman"/>
              </a:rPr>
              <a:t>surface</a:t>
            </a:r>
            <a:r>
              <a:rPr dirty="0" sz="500" spc="-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D0D0D"/>
                </a:solidFill>
                <a:latin typeface="Times New Roman"/>
                <a:cs typeface="Times New Roman"/>
              </a:rPr>
              <a:t>for</a:t>
            </a:r>
            <a:r>
              <a:rPr dirty="0" sz="500" spc="-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D0D0D"/>
                </a:solidFill>
                <a:latin typeface="Times New Roman"/>
                <a:cs typeface="Times New Roman"/>
              </a:rPr>
              <a:t>any</a:t>
            </a:r>
            <a:r>
              <a:rPr dirty="0" sz="500" spc="-3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D0D0D"/>
                </a:solidFill>
                <a:latin typeface="Times New Roman"/>
                <a:cs typeface="Times New Roman"/>
              </a:rPr>
              <a:t>signs</a:t>
            </a:r>
            <a:r>
              <a:rPr dirty="0" sz="50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D0D0D"/>
                </a:solidFill>
                <a:latin typeface="Times New Roman"/>
                <a:cs typeface="Times New Roman"/>
              </a:rPr>
              <a:t>of</a:t>
            </a:r>
            <a:r>
              <a:rPr dirty="0" sz="500" spc="-2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D0D0D"/>
                </a:solidFill>
                <a:latin typeface="Times New Roman"/>
                <a:cs typeface="Times New Roman"/>
              </a:rPr>
              <a:t>breakage, cracks</a:t>
            </a:r>
            <a:r>
              <a:rPr dirty="0" sz="50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D0D0D"/>
                </a:solidFill>
                <a:latin typeface="Times New Roman"/>
                <a:cs typeface="Times New Roman"/>
              </a:rPr>
              <a:t>(H1)</a:t>
            </a:r>
            <a:endParaRPr sz="500">
              <a:latin typeface="Times New Roman"/>
              <a:cs typeface="Times New Roman"/>
            </a:endParaRPr>
          </a:p>
          <a:p>
            <a:pPr marL="12700" marR="5080">
              <a:lnSpc>
                <a:spcPct val="108000"/>
              </a:lnSpc>
            </a:pPr>
            <a:r>
              <a:rPr dirty="0" sz="500">
                <a:latin typeface="Times New Roman"/>
                <a:cs typeface="Times New Roman"/>
              </a:rPr>
              <a:t>1.2.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20">
                <a:latin typeface="Times New Roman"/>
                <a:cs typeface="Times New Roman"/>
              </a:rPr>
              <a:t>Golden</a:t>
            </a:r>
            <a:r>
              <a:rPr dirty="0" sz="500" spc="-10">
                <a:latin typeface="Times New Roman"/>
                <a:cs typeface="Times New Roman"/>
              </a:rPr>
              <a:t> finger: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During visual</a:t>
            </a:r>
            <a:r>
              <a:rPr dirty="0" sz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inspection,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if</a:t>
            </a:r>
            <a:r>
              <a:rPr dirty="0" sz="500" spc="-2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the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20">
                <a:latin typeface="Times New Roman"/>
                <a:cs typeface="Times New Roman"/>
              </a:rPr>
              <a:t>golden</a:t>
            </a:r>
            <a:r>
              <a:rPr dirty="0" sz="500" spc="-10">
                <a:latin typeface="Times New Roman"/>
                <a:cs typeface="Times New Roman"/>
              </a:rPr>
              <a:t> finger</a:t>
            </a:r>
            <a:r>
              <a:rPr dirty="0" sz="500" spc="5">
                <a:latin typeface="Times New Roman"/>
                <a:cs typeface="Times New Roman"/>
              </a:rPr>
              <a:t> </a:t>
            </a:r>
            <a:r>
              <a:rPr dirty="0" sz="500">
                <a:latin typeface="Times New Roman"/>
                <a:cs typeface="Times New Roman"/>
              </a:rPr>
              <a:t>is </a:t>
            </a:r>
            <a:r>
              <a:rPr dirty="0" sz="500" spc="-20">
                <a:latin typeface="Times New Roman"/>
                <a:cs typeface="Times New Roman"/>
              </a:rPr>
              <a:t>found</a:t>
            </a:r>
            <a:r>
              <a:rPr dirty="0" sz="500" spc="-10">
                <a:latin typeface="Times New Roman"/>
                <a:cs typeface="Times New Roman"/>
              </a:rPr>
              <a:t> </a:t>
            </a:r>
            <a:r>
              <a:rPr dirty="0" sz="500">
                <a:latin typeface="Times New Roman"/>
                <a:cs typeface="Times New Roman"/>
              </a:rPr>
              <a:t>to</a:t>
            </a:r>
            <a:r>
              <a:rPr dirty="0" sz="500" spc="-10">
                <a:latin typeface="Times New Roman"/>
                <a:cs typeface="Times New Roman"/>
              </a:rPr>
              <a:t> </a:t>
            </a:r>
            <a:r>
              <a:rPr dirty="0" sz="500">
                <a:latin typeface="Times New Roman"/>
                <a:cs typeface="Times New Roman"/>
              </a:rPr>
              <a:t>be </a:t>
            </a:r>
            <a:r>
              <a:rPr dirty="0" sz="500" spc="-10">
                <a:latin typeface="Times New Roman"/>
                <a:cs typeface="Times New Roman"/>
              </a:rPr>
              <a:t>dirty,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scratched,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oxidized,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exposed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copper,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20">
                <a:latin typeface="Times New Roman"/>
                <a:cs typeface="Times New Roman"/>
              </a:rPr>
              <a:t>flux-contaminated,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>
                <a:latin typeface="Times New Roman"/>
                <a:cs typeface="Times New Roman"/>
              </a:rPr>
              <a:t>or</a:t>
            </a:r>
            <a:r>
              <a:rPr dirty="0" sz="500" spc="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discolored,</a:t>
            </a:r>
            <a:r>
              <a:rPr dirty="0" sz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judge</a:t>
            </a:r>
            <a:r>
              <a:rPr dirty="0" sz="500">
                <a:latin typeface="Times New Roman"/>
                <a:cs typeface="Times New Roman"/>
              </a:rPr>
              <a:t> it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>
                <a:latin typeface="Times New Roman"/>
                <a:cs typeface="Times New Roman"/>
              </a:rPr>
              <a:t>as</a:t>
            </a:r>
            <a:r>
              <a:rPr dirty="0" sz="500" spc="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NG.</a:t>
            </a:r>
            <a:r>
              <a:rPr dirty="0" sz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Please</a:t>
            </a:r>
            <a:r>
              <a:rPr dirty="0" sz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refer</a:t>
            </a:r>
            <a:r>
              <a:rPr dirty="0" sz="500">
                <a:latin typeface="Times New Roman"/>
                <a:cs typeface="Times New Roman"/>
              </a:rPr>
              <a:t> to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the</a:t>
            </a:r>
            <a:r>
              <a:rPr dirty="0" sz="500">
                <a:latin typeface="Times New Roman"/>
                <a:cs typeface="Times New Roman"/>
              </a:rPr>
              <a:t> NG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20">
                <a:latin typeface="Times New Roman"/>
                <a:cs typeface="Times New Roman"/>
              </a:rPr>
              <a:t>image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>
                <a:latin typeface="Times New Roman"/>
                <a:cs typeface="Times New Roman"/>
              </a:rPr>
              <a:t>as</a:t>
            </a:r>
            <a:r>
              <a:rPr dirty="0" sz="500" spc="5">
                <a:latin typeface="Times New Roman"/>
                <a:cs typeface="Times New Roman"/>
              </a:rPr>
              <a:t> </a:t>
            </a:r>
            <a:r>
              <a:rPr dirty="0" sz="500" spc="-20">
                <a:latin typeface="Times New Roman"/>
                <a:cs typeface="Times New Roman"/>
              </a:rPr>
              <a:t>shown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>
                <a:latin typeface="Times New Roman"/>
                <a:cs typeface="Times New Roman"/>
              </a:rPr>
              <a:t>in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20">
                <a:latin typeface="Times New Roman"/>
                <a:cs typeface="Times New Roman"/>
              </a:rPr>
              <a:t>(H2).</a:t>
            </a:r>
            <a:endParaRPr sz="500">
              <a:latin typeface="Times New Roman"/>
              <a:cs typeface="Times New Roman"/>
            </a:endParaRPr>
          </a:p>
          <a:p>
            <a:pPr marL="74295" indent="-61594">
              <a:lnSpc>
                <a:spcPct val="100000"/>
              </a:lnSpc>
              <a:spcBef>
                <a:spcPts val="60"/>
              </a:spcBef>
              <a:buAutoNum type="arabicPeriod" startAt="2"/>
              <a:tabLst>
                <a:tab pos="74295" algn="l"/>
              </a:tabLst>
            </a:pPr>
            <a:r>
              <a:rPr dirty="0" sz="500" spc="-10" b="1">
                <a:solidFill>
                  <a:srgbClr val="0000FF"/>
                </a:solidFill>
                <a:latin typeface="Times New Roman"/>
                <a:cs typeface="Times New Roman"/>
              </a:rPr>
              <a:t>Bottom</a:t>
            </a:r>
            <a:r>
              <a:rPr dirty="0" sz="500" b="1">
                <a:solidFill>
                  <a:srgbClr val="0000FF"/>
                </a:solidFill>
                <a:latin typeface="Times New Roman"/>
                <a:cs typeface="Times New Roman"/>
              </a:rPr>
              <a:t> Side </a:t>
            </a:r>
            <a:r>
              <a:rPr dirty="0" sz="500" spc="-10" b="1">
                <a:solidFill>
                  <a:srgbClr val="0000FF"/>
                </a:solidFill>
                <a:latin typeface="Times New Roman"/>
                <a:cs typeface="Times New Roman"/>
              </a:rPr>
              <a:t>inspection</a:t>
            </a:r>
            <a:r>
              <a:rPr dirty="0" sz="500" spc="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 b="1">
                <a:solidFill>
                  <a:srgbClr val="0000FF"/>
                </a:solidFill>
                <a:latin typeface="Times New Roman"/>
                <a:cs typeface="Times New Roman"/>
              </a:rPr>
              <a:t>(H3)</a:t>
            </a:r>
            <a:endParaRPr sz="500">
              <a:latin typeface="Times New Roman"/>
              <a:cs typeface="Times New Roman"/>
            </a:endParaRPr>
          </a:p>
          <a:p>
            <a:pPr lvl="1" marL="106680" indent="-93980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106680" algn="l"/>
              </a:tabLst>
            </a:pPr>
            <a:r>
              <a:rPr dirty="0" sz="500" spc="-10">
                <a:solidFill>
                  <a:srgbClr val="0D0D0D"/>
                </a:solidFill>
                <a:latin typeface="Times New Roman"/>
                <a:cs typeface="Times New Roman"/>
              </a:rPr>
              <a:t>Inspect</a:t>
            </a:r>
            <a:r>
              <a:rPr dirty="0" sz="500" spc="-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dirty="0" sz="50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D0D0D"/>
                </a:solidFill>
                <a:latin typeface="Times New Roman"/>
                <a:cs typeface="Times New Roman"/>
              </a:rPr>
              <a:t>BOT</a:t>
            </a:r>
            <a:r>
              <a:rPr dirty="0" sz="50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D0D0D"/>
                </a:solidFill>
                <a:latin typeface="Times New Roman"/>
                <a:cs typeface="Times New Roman"/>
              </a:rPr>
              <a:t>surface</a:t>
            </a:r>
            <a:r>
              <a:rPr dirty="0" sz="500" spc="-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D0D0D"/>
                </a:solidFill>
                <a:latin typeface="Times New Roman"/>
                <a:cs typeface="Times New Roman"/>
              </a:rPr>
              <a:t>to</a:t>
            </a:r>
            <a:r>
              <a:rPr dirty="0" sz="500" spc="-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D0D0D"/>
                </a:solidFill>
                <a:latin typeface="Times New Roman"/>
                <a:cs typeface="Times New Roman"/>
              </a:rPr>
              <a:t>ensure</a:t>
            </a:r>
            <a:r>
              <a:rPr dirty="0" sz="500" spc="-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D0D0D"/>
                </a:solidFill>
                <a:latin typeface="Times New Roman"/>
                <a:cs typeface="Times New Roman"/>
              </a:rPr>
              <a:t>there</a:t>
            </a:r>
            <a:r>
              <a:rPr dirty="0" sz="500">
                <a:solidFill>
                  <a:srgbClr val="0D0D0D"/>
                </a:solidFill>
                <a:latin typeface="Times New Roman"/>
                <a:cs typeface="Times New Roman"/>
              </a:rPr>
              <a:t> are </a:t>
            </a:r>
            <a:r>
              <a:rPr dirty="0" sz="500" spc="-10">
                <a:solidFill>
                  <a:srgbClr val="0D0D0D"/>
                </a:solidFill>
                <a:latin typeface="Times New Roman"/>
                <a:cs typeface="Times New Roman"/>
              </a:rPr>
              <a:t>no signs</a:t>
            </a:r>
            <a:r>
              <a:rPr dirty="0" sz="500" spc="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D0D0D"/>
                </a:solidFill>
                <a:latin typeface="Times New Roman"/>
                <a:cs typeface="Times New Roman"/>
              </a:rPr>
              <a:t>of</a:t>
            </a:r>
            <a:r>
              <a:rPr dirty="0" sz="500" spc="-1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D0D0D"/>
                </a:solidFill>
                <a:latin typeface="Times New Roman"/>
                <a:cs typeface="Times New Roman"/>
              </a:rPr>
              <a:t>breakage,</a:t>
            </a:r>
            <a:r>
              <a:rPr dirty="0" sz="500" spc="-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D0D0D"/>
                </a:solidFill>
                <a:latin typeface="Times New Roman"/>
                <a:cs typeface="Times New Roman"/>
              </a:rPr>
              <a:t>cracks,</a:t>
            </a:r>
            <a:r>
              <a:rPr dirty="0" sz="50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D0D0D"/>
                </a:solidFill>
                <a:latin typeface="Times New Roman"/>
                <a:cs typeface="Times New Roman"/>
              </a:rPr>
              <a:t>deformation,</a:t>
            </a:r>
            <a:r>
              <a:rPr dirty="0" sz="50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D0D0D"/>
                </a:solidFill>
                <a:latin typeface="Times New Roman"/>
                <a:cs typeface="Times New Roman"/>
              </a:rPr>
              <a:t>etc.</a:t>
            </a:r>
            <a:r>
              <a:rPr dirty="0" sz="500" spc="-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D0D0D"/>
                </a:solidFill>
                <a:latin typeface="Times New Roman"/>
                <a:cs typeface="Times New Roman"/>
              </a:rPr>
              <a:t>(H3)</a:t>
            </a:r>
            <a:endParaRPr sz="500">
              <a:latin typeface="Times New Roman"/>
              <a:cs typeface="Times New Roman"/>
            </a:endParaRPr>
          </a:p>
          <a:p>
            <a:pPr lvl="1" marL="121285" indent="-108585">
              <a:lnSpc>
                <a:spcPct val="100000"/>
              </a:lnSpc>
              <a:spcBef>
                <a:spcPts val="45"/>
              </a:spcBef>
              <a:buAutoNum type="arabicPeriod" startAt="2"/>
              <a:tabLst>
                <a:tab pos="121285" algn="l"/>
              </a:tabLst>
            </a:pPr>
            <a:r>
              <a:rPr dirty="0" sz="500" spc="-20">
                <a:solidFill>
                  <a:srgbClr val="0D0D0D"/>
                </a:solidFill>
                <a:latin typeface="Times New Roman"/>
                <a:cs typeface="Times New Roman"/>
              </a:rPr>
              <a:t>Check</a:t>
            </a:r>
            <a:r>
              <a:rPr dirty="0" sz="50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dirty="0" sz="500" spc="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D0D0D"/>
                </a:solidFill>
                <a:latin typeface="Times New Roman"/>
                <a:cs typeface="Times New Roman"/>
              </a:rPr>
              <a:t>screws:</a:t>
            </a:r>
            <a:r>
              <a:rPr dirty="0" sz="500" spc="1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D0D0D"/>
                </a:solidFill>
                <a:latin typeface="Times New Roman"/>
                <a:cs typeface="Times New Roman"/>
              </a:rPr>
              <a:t>Q'ty,</a:t>
            </a:r>
            <a:r>
              <a:rPr dirty="0" sz="500" spc="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D0D0D"/>
                </a:solidFill>
                <a:latin typeface="Times New Roman"/>
                <a:cs typeface="Times New Roman"/>
              </a:rPr>
              <a:t>floating,</a:t>
            </a:r>
            <a:r>
              <a:rPr dirty="0" sz="500" spc="1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D0D0D"/>
                </a:solidFill>
                <a:latin typeface="Times New Roman"/>
                <a:cs typeface="Times New Roman"/>
              </a:rPr>
              <a:t>deformation,</a:t>
            </a:r>
            <a:r>
              <a:rPr dirty="0" sz="500" spc="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D0D0D"/>
                </a:solidFill>
                <a:latin typeface="Times New Roman"/>
                <a:cs typeface="Times New Roman"/>
              </a:rPr>
              <a:t>screw</a:t>
            </a:r>
            <a:r>
              <a:rPr dirty="0" sz="50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D0D0D"/>
                </a:solidFill>
                <a:latin typeface="Times New Roman"/>
                <a:cs typeface="Times New Roman"/>
              </a:rPr>
              <a:t>should</a:t>
            </a:r>
            <a:r>
              <a:rPr dirty="0" sz="500" spc="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D0D0D"/>
                </a:solidFill>
                <a:latin typeface="Times New Roman"/>
                <a:cs typeface="Times New Roman"/>
              </a:rPr>
              <a:t>be</a:t>
            </a:r>
            <a:r>
              <a:rPr dirty="0" sz="500" spc="5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D0D0D"/>
                </a:solidFill>
                <a:latin typeface="Times New Roman"/>
                <a:cs typeface="Times New Roman"/>
              </a:rPr>
              <a:t>completely</a:t>
            </a:r>
            <a:r>
              <a:rPr dirty="0" sz="500" spc="-20">
                <a:solidFill>
                  <a:srgbClr val="0D0D0D"/>
                </a:solidFill>
                <a:latin typeface="Times New Roman"/>
                <a:cs typeface="Times New Roman"/>
              </a:rPr>
              <a:t> smooth</a:t>
            </a:r>
            <a:r>
              <a:rPr dirty="0" sz="50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D0D0D"/>
                </a:solidFill>
                <a:latin typeface="Times New Roman"/>
                <a:cs typeface="Times New Roman"/>
              </a:rPr>
              <a:t>(H4)</a:t>
            </a:r>
            <a:endParaRPr sz="500">
              <a:latin typeface="Times New Roman"/>
              <a:cs typeface="Times New Roman"/>
            </a:endParaRPr>
          </a:p>
          <a:p>
            <a:pPr lvl="1" marL="121285" indent="-108585">
              <a:lnSpc>
                <a:spcPct val="100000"/>
              </a:lnSpc>
              <a:spcBef>
                <a:spcPts val="50"/>
              </a:spcBef>
              <a:buAutoNum type="arabicPeriod" startAt="2"/>
              <a:tabLst>
                <a:tab pos="121285" algn="l"/>
              </a:tabLst>
            </a:pPr>
            <a:r>
              <a:rPr dirty="0" sz="500" spc="-10">
                <a:latin typeface="Times New Roman"/>
                <a:cs typeface="Times New Roman"/>
              </a:rPr>
              <a:t>The contact pins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>
                <a:latin typeface="Times New Roman"/>
                <a:cs typeface="Times New Roman"/>
              </a:rPr>
              <a:t>are</a:t>
            </a:r>
            <a:r>
              <a:rPr dirty="0" sz="500" spc="-10">
                <a:latin typeface="Times New Roman"/>
                <a:cs typeface="Times New Roman"/>
              </a:rPr>
              <a:t> solder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well</a:t>
            </a:r>
            <a:r>
              <a:rPr dirty="0" sz="500" spc="-1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and</a:t>
            </a:r>
            <a:r>
              <a:rPr dirty="0" sz="500" spc="-1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no</a:t>
            </a:r>
            <a:r>
              <a:rPr dirty="0" sz="500" spc="-1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exist </a:t>
            </a:r>
            <a:r>
              <a:rPr dirty="0" sz="500">
                <a:latin typeface="Times New Roman"/>
                <a:cs typeface="Times New Roman"/>
              </a:rPr>
              <a:t>pin</a:t>
            </a:r>
            <a:r>
              <a:rPr dirty="0" sz="500" spc="-15">
                <a:latin typeface="Times New Roman"/>
                <a:cs typeface="Times New Roman"/>
              </a:rPr>
              <a:t> </a:t>
            </a:r>
            <a:r>
              <a:rPr dirty="0" sz="500">
                <a:latin typeface="Times New Roman"/>
                <a:cs typeface="Times New Roman"/>
              </a:rPr>
              <a:t>in</a:t>
            </a:r>
            <a:r>
              <a:rPr dirty="0" sz="500" spc="-15">
                <a:latin typeface="Times New Roman"/>
                <a:cs typeface="Times New Roman"/>
              </a:rPr>
              <a:t> </a:t>
            </a:r>
            <a:r>
              <a:rPr dirty="0" sz="500">
                <a:latin typeface="Times New Roman"/>
                <a:cs typeface="Times New Roman"/>
              </a:rPr>
              <a:t>air,</a:t>
            </a:r>
            <a:r>
              <a:rPr dirty="0" sz="500" spc="11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no</a:t>
            </a:r>
            <a:r>
              <a:rPr dirty="0" sz="500" spc="-1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foreign</a:t>
            </a:r>
            <a:r>
              <a:rPr dirty="0" sz="500" spc="-1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objects,polarity</a:t>
            </a:r>
            <a:r>
              <a:rPr dirty="0" sz="500" spc="-35">
                <a:latin typeface="Times New Roman"/>
                <a:cs typeface="Times New Roman"/>
              </a:rPr>
              <a:t> </a:t>
            </a:r>
            <a:r>
              <a:rPr dirty="0" sz="500" spc="-20">
                <a:latin typeface="Times New Roman"/>
                <a:cs typeface="Times New Roman"/>
              </a:rPr>
              <a:t>(H5)</a:t>
            </a:r>
            <a:endParaRPr sz="500">
              <a:latin typeface="Times New Roman"/>
              <a:cs typeface="Times New Roman"/>
            </a:endParaRPr>
          </a:p>
          <a:p>
            <a:pPr lvl="1" marL="121285" indent="-108585">
              <a:lnSpc>
                <a:spcPct val="100000"/>
              </a:lnSpc>
              <a:spcBef>
                <a:spcPts val="50"/>
              </a:spcBef>
              <a:buAutoNum type="arabicPeriod" startAt="2"/>
              <a:tabLst>
                <a:tab pos="121285" algn="l"/>
              </a:tabLst>
            </a:pPr>
            <a:r>
              <a:rPr dirty="0" sz="500" spc="-10">
                <a:latin typeface="Times New Roman"/>
                <a:cs typeface="Times New Roman"/>
              </a:rPr>
              <a:t>Inspection</a:t>
            </a:r>
            <a:r>
              <a:rPr dirty="0" sz="500" spc="-1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the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connector</a:t>
            </a:r>
            <a:r>
              <a:rPr dirty="0" sz="500" spc="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without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wraping,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20">
                <a:latin typeface="Times New Roman"/>
                <a:cs typeface="Times New Roman"/>
              </a:rPr>
              <a:t>damaged</a:t>
            </a:r>
            <a:r>
              <a:rPr dirty="0" sz="500" spc="-10">
                <a:latin typeface="Times New Roman"/>
                <a:cs typeface="Times New Roman"/>
              </a:rPr>
              <a:t> </a:t>
            </a:r>
            <a:r>
              <a:rPr dirty="0" sz="500">
                <a:latin typeface="Times New Roman"/>
                <a:cs typeface="Times New Roman"/>
              </a:rPr>
              <a:t>or </a:t>
            </a:r>
            <a:r>
              <a:rPr dirty="0" sz="500" spc="-10">
                <a:latin typeface="Times New Roman"/>
                <a:cs typeface="Times New Roman"/>
              </a:rPr>
              <a:t>other</a:t>
            </a:r>
            <a:r>
              <a:rPr dirty="0" sz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NG,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reference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OK,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>
                <a:latin typeface="Times New Roman"/>
                <a:cs typeface="Times New Roman"/>
              </a:rPr>
              <a:t>NG</a:t>
            </a:r>
            <a:r>
              <a:rPr dirty="0" sz="500" spc="-10">
                <a:latin typeface="Times New Roman"/>
                <a:cs typeface="Times New Roman"/>
              </a:rPr>
              <a:t> (H5.1),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(H5.2)</a:t>
            </a:r>
            <a:endParaRPr sz="500">
              <a:latin typeface="Times New Roman"/>
              <a:cs typeface="Times New Roman"/>
            </a:endParaRPr>
          </a:p>
          <a:p>
            <a:pPr lvl="1" marL="121285" indent="-108585">
              <a:lnSpc>
                <a:spcPct val="100000"/>
              </a:lnSpc>
              <a:spcBef>
                <a:spcPts val="45"/>
              </a:spcBef>
              <a:buAutoNum type="arabicPeriod" startAt="2"/>
              <a:tabLst>
                <a:tab pos="121285" algn="l"/>
              </a:tabLst>
            </a:pPr>
            <a:r>
              <a:rPr dirty="0" sz="500" spc="-10">
                <a:latin typeface="Times New Roman"/>
                <a:cs typeface="Times New Roman"/>
              </a:rPr>
              <a:t>Marlinh appearance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>
                <a:latin typeface="Times New Roman"/>
                <a:cs typeface="Times New Roman"/>
              </a:rPr>
              <a:t>is</a:t>
            </a:r>
            <a:r>
              <a:rPr dirty="0" sz="500" spc="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not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blurred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20">
                <a:latin typeface="Times New Roman"/>
                <a:cs typeface="Times New Roman"/>
              </a:rPr>
              <a:t>(H6).</a:t>
            </a:r>
            <a:endParaRPr sz="500">
              <a:latin typeface="Times New Roman"/>
              <a:cs typeface="Times New Roman"/>
            </a:endParaRPr>
          </a:p>
          <a:p>
            <a:pPr marL="74295" indent="-61594">
              <a:lnSpc>
                <a:spcPct val="100000"/>
              </a:lnSpc>
              <a:spcBef>
                <a:spcPts val="60"/>
              </a:spcBef>
              <a:buAutoNum type="arabicPeriod" startAt="3"/>
              <a:tabLst>
                <a:tab pos="74295" algn="l"/>
              </a:tabLst>
            </a:pPr>
            <a:r>
              <a:rPr dirty="0" sz="500" spc="-10" b="1">
                <a:solidFill>
                  <a:srgbClr val="0000FF"/>
                </a:solidFill>
                <a:latin typeface="Times New Roman"/>
                <a:cs typeface="Times New Roman"/>
              </a:rPr>
              <a:t>Check</a:t>
            </a:r>
            <a:r>
              <a:rPr dirty="0" sz="500" b="1">
                <a:solidFill>
                  <a:srgbClr val="0000FF"/>
                </a:solidFill>
                <a:latin typeface="Times New Roman"/>
                <a:cs typeface="Times New Roman"/>
              </a:rPr>
              <a:t> the</a:t>
            </a:r>
            <a:r>
              <a:rPr dirty="0" sz="500" spc="-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 b="1">
                <a:solidFill>
                  <a:srgbClr val="0000FF"/>
                </a:solidFill>
                <a:latin typeface="Times New Roman"/>
                <a:cs typeface="Times New Roman"/>
              </a:rPr>
              <a:t>side</a:t>
            </a:r>
            <a:r>
              <a:rPr dirty="0" sz="500" spc="-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 b="1">
                <a:solidFill>
                  <a:srgbClr val="0000FF"/>
                </a:solidFill>
                <a:latin typeface="Times New Roman"/>
                <a:cs typeface="Times New Roman"/>
              </a:rPr>
              <a:t>surface</a:t>
            </a:r>
            <a:endParaRPr sz="500">
              <a:latin typeface="Times New Roman"/>
              <a:cs typeface="Times New Roman"/>
            </a:endParaRPr>
          </a:p>
          <a:p>
            <a:pPr lvl="1" marL="106680" indent="-93980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106680" algn="l"/>
              </a:tabLst>
            </a:pPr>
            <a:r>
              <a:rPr dirty="0" sz="500" spc="-20">
                <a:latin typeface="Times New Roman"/>
                <a:cs typeface="Times New Roman"/>
              </a:rPr>
              <a:t>Check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bracket:</a:t>
            </a:r>
            <a:r>
              <a:rPr dirty="0" sz="500" spc="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Clear</a:t>
            </a:r>
            <a:r>
              <a:rPr dirty="0" sz="500" spc="1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print</a:t>
            </a:r>
            <a:r>
              <a:rPr dirty="0" sz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on</a:t>
            </a:r>
            <a:r>
              <a:rPr dirty="0" sz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clear,</a:t>
            </a:r>
            <a:r>
              <a:rPr dirty="0" sz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scratched,</a:t>
            </a:r>
            <a:r>
              <a:rPr dirty="0" sz="500" spc="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dirty,</a:t>
            </a:r>
            <a:r>
              <a:rPr dirty="0" sz="500" spc="5">
                <a:latin typeface="Times New Roman"/>
                <a:cs typeface="Times New Roman"/>
              </a:rPr>
              <a:t> </a:t>
            </a:r>
            <a:r>
              <a:rPr dirty="0" sz="500" spc="-20">
                <a:latin typeface="Times New Roman"/>
                <a:cs typeface="Times New Roman"/>
              </a:rPr>
              <a:t>deformed,</a:t>
            </a:r>
            <a:r>
              <a:rPr dirty="0" sz="500" spc="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wrong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material</a:t>
            </a:r>
            <a:r>
              <a:rPr dirty="0" sz="500" spc="5">
                <a:latin typeface="Times New Roman"/>
                <a:cs typeface="Times New Roman"/>
              </a:rPr>
              <a:t> </a:t>
            </a:r>
            <a:r>
              <a:rPr dirty="0" sz="500">
                <a:latin typeface="Times New Roman"/>
                <a:cs typeface="Times New Roman"/>
              </a:rPr>
              <a:t>as</a:t>
            </a:r>
            <a:r>
              <a:rPr dirty="0" sz="500" spc="10">
                <a:latin typeface="Times New Roman"/>
                <a:cs typeface="Times New Roman"/>
              </a:rPr>
              <a:t> </a:t>
            </a:r>
            <a:r>
              <a:rPr dirty="0" sz="500" spc="-20">
                <a:latin typeface="Times New Roman"/>
                <a:cs typeface="Times New Roman"/>
              </a:rPr>
              <a:t>(H7)</a:t>
            </a:r>
            <a:endParaRPr sz="500">
              <a:latin typeface="Times New Roman"/>
              <a:cs typeface="Times New Roman"/>
            </a:endParaRPr>
          </a:p>
          <a:p>
            <a:pPr lvl="1" marL="12700" marR="592455" indent="93980">
              <a:lnSpc>
                <a:spcPct val="108000"/>
              </a:lnSpc>
              <a:buAutoNum type="arabicPeriod"/>
              <a:tabLst>
                <a:tab pos="106680" algn="l"/>
              </a:tabLst>
            </a:pPr>
            <a:r>
              <a:rPr dirty="0" sz="500" spc="-20">
                <a:latin typeface="Times New Roman"/>
                <a:cs typeface="Times New Roman"/>
              </a:rPr>
              <a:t>Look</a:t>
            </a:r>
            <a:r>
              <a:rPr dirty="0" sz="500" spc="-10">
                <a:latin typeface="Times New Roman"/>
                <a:cs typeface="Times New Roman"/>
              </a:rPr>
              <a:t> </a:t>
            </a:r>
            <a:r>
              <a:rPr dirty="0" sz="500">
                <a:latin typeface="Times New Roman"/>
                <a:cs typeface="Times New Roman"/>
              </a:rPr>
              <a:t>at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the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sides</a:t>
            </a:r>
            <a:r>
              <a:rPr dirty="0" sz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of</a:t>
            </a:r>
            <a:r>
              <a:rPr dirty="0" sz="500" spc="-2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the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cage</a:t>
            </a:r>
            <a:r>
              <a:rPr dirty="0" sz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connector</a:t>
            </a:r>
            <a:r>
              <a:rPr dirty="0" sz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check that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the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latches</a:t>
            </a:r>
            <a:r>
              <a:rPr dirty="0" sz="500" spc="5">
                <a:latin typeface="Times New Roman"/>
                <a:cs typeface="Times New Roman"/>
              </a:rPr>
              <a:t> </a:t>
            </a:r>
            <a:r>
              <a:rPr dirty="0" sz="500" spc="-20">
                <a:latin typeface="Times New Roman"/>
                <a:cs typeface="Times New Roman"/>
              </a:rPr>
              <a:t>mechanism</a:t>
            </a:r>
            <a:r>
              <a:rPr dirty="0" sz="500" spc="-15">
                <a:latin typeface="Times New Roman"/>
                <a:cs typeface="Times New Roman"/>
              </a:rPr>
              <a:t> </a:t>
            </a:r>
            <a:r>
              <a:rPr dirty="0" sz="500">
                <a:latin typeface="Times New Roman"/>
                <a:cs typeface="Times New Roman"/>
              </a:rPr>
              <a:t>are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not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20">
                <a:latin typeface="Times New Roman"/>
                <a:cs typeface="Times New Roman"/>
              </a:rPr>
              <a:t>damage,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20">
                <a:latin typeface="Times New Roman"/>
                <a:cs typeface="Times New Roman"/>
              </a:rPr>
              <a:t>bent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>
                <a:latin typeface="Times New Roman"/>
                <a:cs typeface="Times New Roman"/>
              </a:rPr>
              <a:t>or</a:t>
            </a:r>
            <a:r>
              <a:rPr dirty="0" sz="500" spc="10">
                <a:latin typeface="Times New Roman"/>
                <a:cs typeface="Times New Roman"/>
              </a:rPr>
              <a:t> </a:t>
            </a:r>
            <a:r>
              <a:rPr dirty="0" sz="500" spc="-20">
                <a:latin typeface="Times New Roman"/>
                <a:cs typeface="Times New Roman"/>
              </a:rPr>
              <a:t>deform,</a:t>
            </a:r>
            <a:r>
              <a:rPr dirty="0" sz="500" spc="1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rust..</a:t>
            </a:r>
            <a:r>
              <a:rPr dirty="0" sz="500" spc="10">
                <a:latin typeface="Times New Roman"/>
                <a:cs typeface="Times New Roman"/>
              </a:rPr>
              <a:t> </a:t>
            </a:r>
            <a:r>
              <a:rPr dirty="0" sz="500" spc="-20">
                <a:latin typeface="Times New Roman"/>
                <a:cs typeface="Times New Roman"/>
              </a:rPr>
              <a:t>(H8)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500">
                <a:latin typeface="Times New Roman"/>
                <a:cs typeface="Times New Roman"/>
              </a:rPr>
              <a:t>3.3.</a:t>
            </a:r>
            <a:r>
              <a:rPr dirty="0" sz="500" spc="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Cage</a:t>
            </a:r>
            <a:r>
              <a:rPr dirty="0" sz="500" spc="5">
                <a:latin typeface="Times New Roman"/>
                <a:cs typeface="Times New Roman"/>
              </a:rPr>
              <a:t> </a:t>
            </a:r>
            <a:r>
              <a:rPr dirty="0" sz="500">
                <a:latin typeface="Times New Roman"/>
                <a:cs typeface="Times New Roman"/>
              </a:rPr>
              <a:t>-</a:t>
            </a:r>
            <a:r>
              <a:rPr dirty="0" sz="500" spc="15">
                <a:latin typeface="Times New Roman"/>
                <a:cs typeface="Times New Roman"/>
              </a:rPr>
              <a:t> </a:t>
            </a:r>
            <a:r>
              <a:rPr dirty="0" sz="500" spc="-20">
                <a:latin typeface="Times New Roman"/>
                <a:cs typeface="Times New Roman"/>
              </a:rPr>
              <a:t>Latch</a:t>
            </a:r>
            <a:r>
              <a:rPr dirty="0" sz="500">
                <a:latin typeface="Times New Roman"/>
                <a:cs typeface="Times New Roman"/>
              </a:rPr>
              <a:t> </a:t>
            </a:r>
            <a:r>
              <a:rPr dirty="0" sz="500" spc="-20">
                <a:latin typeface="Times New Roman"/>
                <a:cs typeface="Times New Roman"/>
              </a:rPr>
              <a:t>Mechanism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pory</a:t>
            </a:r>
            <a:r>
              <a:rPr dirty="0" sz="500" spc="-2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inspection:</a:t>
            </a:r>
            <a:r>
              <a:rPr dirty="0" sz="500" spc="1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not</a:t>
            </a:r>
            <a:r>
              <a:rPr dirty="0" sz="500" spc="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bent</a:t>
            </a:r>
            <a:r>
              <a:rPr dirty="0" sz="500" spc="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,collapse</a:t>
            </a:r>
            <a:r>
              <a:rPr dirty="0" sz="500" spc="1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,bents</a:t>
            </a:r>
            <a:r>
              <a:rPr dirty="0" sz="500" spc="10">
                <a:latin typeface="Times New Roman"/>
                <a:cs typeface="Times New Roman"/>
              </a:rPr>
              <a:t> </a:t>
            </a:r>
            <a:r>
              <a:rPr dirty="0" sz="500" spc="-20">
                <a:latin typeface="Times New Roman"/>
                <a:cs typeface="Times New Roman"/>
              </a:rPr>
              <a:t>down,no</a:t>
            </a:r>
            <a:r>
              <a:rPr dirty="0" sz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foreign</a:t>
            </a:r>
            <a:r>
              <a:rPr dirty="0" sz="500" spc="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objects,broken</a:t>
            </a:r>
            <a:r>
              <a:rPr dirty="0" sz="500">
                <a:latin typeface="Times New Roman"/>
                <a:cs typeface="Times New Roman"/>
              </a:rPr>
              <a:t> </a:t>
            </a:r>
            <a:r>
              <a:rPr dirty="0" sz="500" spc="-20">
                <a:latin typeface="Times New Roman"/>
                <a:cs typeface="Times New Roman"/>
              </a:rPr>
              <a:t>(H9)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500">
                <a:latin typeface="Times New Roman"/>
                <a:cs typeface="Times New Roman"/>
              </a:rPr>
              <a:t>3.4.</a:t>
            </a:r>
            <a:r>
              <a:rPr dirty="0" sz="500" spc="-15">
                <a:latin typeface="Times New Roman"/>
                <a:cs typeface="Times New Roman"/>
              </a:rPr>
              <a:t> </a:t>
            </a:r>
            <a:r>
              <a:rPr dirty="0" sz="500">
                <a:latin typeface="Times New Roman"/>
                <a:cs typeface="Times New Roman"/>
              </a:rPr>
              <a:t>No</a:t>
            </a:r>
            <a:r>
              <a:rPr dirty="0" sz="500" spc="-1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excess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thermal grease</a:t>
            </a:r>
            <a:r>
              <a:rPr dirty="0" sz="500" spc="-1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on</a:t>
            </a:r>
            <a:r>
              <a:rPr dirty="0" sz="500" spc="-1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the cage port. Refer </a:t>
            </a:r>
            <a:r>
              <a:rPr dirty="0" sz="500">
                <a:latin typeface="Times New Roman"/>
                <a:cs typeface="Times New Roman"/>
              </a:rPr>
              <a:t>to</a:t>
            </a:r>
            <a:r>
              <a:rPr dirty="0" sz="500" spc="-15">
                <a:latin typeface="Times New Roman"/>
                <a:cs typeface="Times New Roman"/>
              </a:rPr>
              <a:t> </a:t>
            </a:r>
            <a:r>
              <a:rPr dirty="0" sz="500">
                <a:latin typeface="Times New Roman"/>
                <a:cs typeface="Times New Roman"/>
              </a:rPr>
              <a:t>H10 </a:t>
            </a:r>
            <a:r>
              <a:rPr dirty="0" sz="500" spc="-10">
                <a:latin typeface="Times New Roman"/>
                <a:cs typeface="Times New Roman"/>
              </a:rPr>
              <a:t>for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OK/NG</a:t>
            </a:r>
            <a:r>
              <a:rPr dirty="0" sz="500" spc="-1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criteria.Criteria:</a:t>
            </a:r>
            <a:r>
              <a:rPr dirty="0" sz="500" spc="-1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Refer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>
                <a:latin typeface="Times New Roman"/>
                <a:cs typeface="Times New Roman"/>
              </a:rPr>
              <a:t>to</a:t>
            </a:r>
            <a:r>
              <a:rPr dirty="0" sz="500" spc="-1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(H10.1).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500" b="1">
                <a:solidFill>
                  <a:srgbClr val="0000FF"/>
                </a:solidFill>
                <a:latin typeface="Times New Roman"/>
                <a:cs typeface="Times New Roman"/>
              </a:rPr>
              <a:t>4.</a:t>
            </a:r>
            <a:r>
              <a:rPr dirty="0" sz="500" spc="-10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b="1">
                <a:solidFill>
                  <a:srgbClr val="0000FF"/>
                </a:solidFill>
                <a:latin typeface="Times New Roman"/>
                <a:cs typeface="Times New Roman"/>
              </a:rPr>
              <a:t>OK</a:t>
            </a:r>
            <a:r>
              <a:rPr dirty="0" sz="500" spc="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 b="1">
                <a:solidFill>
                  <a:srgbClr val="0000FF"/>
                </a:solidFill>
                <a:latin typeface="Times New Roman"/>
                <a:cs typeface="Times New Roman"/>
              </a:rPr>
              <a:t>product, </a:t>
            </a:r>
            <a:r>
              <a:rPr dirty="0" sz="500" b="1">
                <a:solidFill>
                  <a:srgbClr val="0000FF"/>
                </a:solidFill>
                <a:latin typeface="Times New Roman"/>
                <a:cs typeface="Times New Roman"/>
              </a:rPr>
              <a:t>scan</a:t>
            </a:r>
            <a:r>
              <a:rPr dirty="0" sz="500" spc="-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 b="1">
                <a:solidFill>
                  <a:srgbClr val="0000FF"/>
                </a:solidFill>
                <a:latin typeface="Times New Roman"/>
                <a:cs typeface="Times New Roman"/>
              </a:rPr>
              <a:t>barcode </a:t>
            </a:r>
            <a:r>
              <a:rPr dirty="0" sz="500" b="1">
                <a:solidFill>
                  <a:srgbClr val="0000FF"/>
                </a:solidFill>
                <a:latin typeface="Times New Roman"/>
                <a:cs typeface="Times New Roman"/>
              </a:rPr>
              <a:t>on</a:t>
            </a:r>
            <a:r>
              <a:rPr dirty="0" sz="500" spc="-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b="1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dirty="0" sz="500" spc="-10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b="1">
                <a:solidFill>
                  <a:srgbClr val="0000FF"/>
                </a:solidFill>
                <a:latin typeface="Times New Roman"/>
                <a:cs typeface="Times New Roman"/>
              </a:rPr>
              <a:t>PCBA</a:t>
            </a:r>
            <a:r>
              <a:rPr dirty="0" sz="500" spc="-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b="1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500" spc="-10" b="1">
                <a:solidFill>
                  <a:srgbClr val="0000FF"/>
                </a:solidFill>
                <a:latin typeface="Times New Roman"/>
                <a:cs typeface="Times New Roman"/>
              </a:rPr>
              <a:t> place </a:t>
            </a:r>
            <a:r>
              <a:rPr dirty="0" sz="500" b="1">
                <a:solidFill>
                  <a:srgbClr val="0000FF"/>
                </a:solidFill>
                <a:latin typeface="Times New Roman"/>
                <a:cs typeface="Times New Roman"/>
              </a:rPr>
              <a:t>it</a:t>
            </a:r>
            <a:r>
              <a:rPr dirty="0" sz="500" spc="-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b="1">
                <a:solidFill>
                  <a:srgbClr val="0000FF"/>
                </a:solidFill>
                <a:latin typeface="Times New Roman"/>
                <a:cs typeface="Times New Roman"/>
              </a:rPr>
              <a:t>in</a:t>
            </a:r>
            <a:r>
              <a:rPr dirty="0" sz="500" spc="-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b="1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dirty="0" sz="500" spc="-10" b="1">
                <a:solidFill>
                  <a:srgbClr val="0000FF"/>
                </a:solidFill>
                <a:latin typeface="Times New Roman"/>
                <a:cs typeface="Times New Roman"/>
              </a:rPr>
              <a:t> specified</a:t>
            </a:r>
            <a:r>
              <a:rPr dirty="0" sz="500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 b="1">
                <a:solidFill>
                  <a:srgbClr val="0000FF"/>
                </a:solidFill>
                <a:latin typeface="Times New Roman"/>
                <a:cs typeface="Times New Roman"/>
              </a:rPr>
              <a:t>position, direction</a:t>
            </a:r>
            <a:r>
              <a:rPr dirty="0" sz="500" spc="-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b="1">
                <a:solidFill>
                  <a:srgbClr val="0000FF"/>
                </a:solidFill>
                <a:latin typeface="Times New Roman"/>
                <a:cs typeface="Times New Roman"/>
              </a:rPr>
              <a:t>as</a:t>
            </a:r>
            <a:r>
              <a:rPr dirty="0" sz="500" spc="-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 b="1">
                <a:solidFill>
                  <a:srgbClr val="0000FF"/>
                </a:solidFill>
                <a:latin typeface="Times New Roman"/>
                <a:cs typeface="Times New Roman"/>
              </a:rPr>
              <a:t>(H11)</a:t>
            </a:r>
            <a:endParaRPr sz="50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5719" y="749757"/>
            <a:ext cx="9987280" cy="6263640"/>
            <a:chOff x="45719" y="749757"/>
            <a:chExt cx="9987280" cy="6263640"/>
          </a:xfrm>
        </p:grpSpPr>
        <p:sp>
          <p:nvSpPr>
            <p:cNvPr id="34" name="object 34"/>
            <p:cNvSpPr/>
            <p:nvPr/>
          </p:nvSpPr>
          <p:spPr>
            <a:xfrm>
              <a:off x="45720" y="749756"/>
              <a:ext cx="9987280" cy="6263640"/>
            </a:xfrm>
            <a:custGeom>
              <a:avLst/>
              <a:gdLst/>
              <a:ahLst/>
              <a:cxnLst/>
              <a:rect l="l" t="t" r="r" b="b"/>
              <a:pathLst>
                <a:path w="9987280" h="6263640">
                  <a:moveTo>
                    <a:pt x="2421890" y="6162827"/>
                  </a:moveTo>
                  <a:lnTo>
                    <a:pt x="2418842" y="6162827"/>
                  </a:lnTo>
                  <a:lnTo>
                    <a:pt x="2418842" y="6255766"/>
                  </a:lnTo>
                  <a:lnTo>
                    <a:pt x="2421890" y="6255766"/>
                  </a:lnTo>
                  <a:lnTo>
                    <a:pt x="2421890" y="6162827"/>
                  </a:lnTo>
                  <a:close/>
                </a:path>
                <a:path w="9987280" h="6263640">
                  <a:moveTo>
                    <a:pt x="2421890" y="1350695"/>
                  </a:moveTo>
                  <a:lnTo>
                    <a:pt x="2418842" y="1350695"/>
                  </a:lnTo>
                  <a:lnTo>
                    <a:pt x="2418842" y="2916097"/>
                  </a:lnTo>
                  <a:lnTo>
                    <a:pt x="2421890" y="2916097"/>
                  </a:lnTo>
                  <a:lnTo>
                    <a:pt x="2421890" y="1350695"/>
                  </a:lnTo>
                  <a:close/>
                </a:path>
                <a:path w="9987280" h="6263640">
                  <a:moveTo>
                    <a:pt x="6013056" y="6188659"/>
                  </a:moveTo>
                  <a:lnTo>
                    <a:pt x="6010021" y="6188659"/>
                  </a:lnTo>
                  <a:lnTo>
                    <a:pt x="6010021" y="6255766"/>
                  </a:lnTo>
                  <a:lnTo>
                    <a:pt x="6013056" y="6255766"/>
                  </a:lnTo>
                  <a:lnTo>
                    <a:pt x="6013056" y="6188659"/>
                  </a:lnTo>
                  <a:close/>
                </a:path>
                <a:path w="9987280" h="6263640">
                  <a:moveTo>
                    <a:pt x="6013056" y="449961"/>
                  </a:moveTo>
                  <a:lnTo>
                    <a:pt x="6010021" y="449961"/>
                  </a:lnTo>
                  <a:lnTo>
                    <a:pt x="6010021" y="5944400"/>
                  </a:lnTo>
                  <a:lnTo>
                    <a:pt x="6013056" y="5944400"/>
                  </a:lnTo>
                  <a:lnTo>
                    <a:pt x="6013056" y="449961"/>
                  </a:lnTo>
                  <a:close/>
                </a:path>
                <a:path w="9987280" h="6263640">
                  <a:moveTo>
                    <a:pt x="9986772" y="50"/>
                  </a:moveTo>
                  <a:lnTo>
                    <a:pt x="9979152" y="50"/>
                  </a:lnTo>
                  <a:lnTo>
                    <a:pt x="9979152" y="7670"/>
                  </a:lnTo>
                  <a:lnTo>
                    <a:pt x="9979152" y="186232"/>
                  </a:lnTo>
                  <a:lnTo>
                    <a:pt x="9979152" y="193852"/>
                  </a:lnTo>
                  <a:lnTo>
                    <a:pt x="9979152" y="442264"/>
                  </a:lnTo>
                  <a:lnTo>
                    <a:pt x="9979152" y="449897"/>
                  </a:lnTo>
                  <a:lnTo>
                    <a:pt x="9979152" y="6255778"/>
                  </a:lnTo>
                  <a:lnTo>
                    <a:pt x="7620" y="6255778"/>
                  </a:lnTo>
                  <a:lnTo>
                    <a:pt x="7620" y="1105204"/>
                  </a:lnTo>
                  <a:lnTo>
                    <a:pt x="690372" y="1105204"/>
                  </a:lnTo>
                  <a:lnTo>
                    <a:pt x="693420" y="1105204"/>
                  </a:lnTo>
                  <a:lnTo>
                    <a:pt x="1473962" y="1105204"/>
                  </a:lnTo>
                  <a:lnTo>
                    <a:pt x="1476997" y="1105204"/>
                  </a:lnTo>
                  <a:lnTo>
                    <a:pt x="2418842" y="1105204"/>
                  </a:lnTo>
                  <a:lnTo>
                    <a:pt x="2418842" y="1269796"/>
                  </a:lnTo>
                  <a:lnTo>
                    <a:pt x="2421890" y="1269796"/>
                  </a:lnTo>
                  <a:lnTo>
                    <a:pt x="2421890" y="449897"/>
                  </a:lnTo>
                  <a:lnTo>
                    <a:pt x="9979152" y="449897"/>
                  </a:lnTo>
                  <a:lnTo>
                    <a:pt x="9979152" y="442264"/>
                  </a:lnTo>
                  <a:lnTo>
                    <a:pt x="9710915" y="442264"/>
                  </a:lnTo>
                  <a:lnTo>
                    <a:pt x="9710915" y="193865"/>
                  </a:lnTo>
                  <a:lnTo>
                    <a:pt x="9707880" y="193865"/>
                  </a:lnTo>
                  <a:lnTo>
                    <a:pt x="9707880" y="442264"/>
                  </a:lnTo>
                  <a:lnTo>
                    <a:pt x="9352521" y="442264"/>
                  </a:lnTo>
                  <a:lnTo>
                    <a:pt x="9352521" y="193865"/>
                  </a:lnTo>
                  <a:lnTo>
                    <a:pt x="9349486" y="193865"/>
                  </a:lnTo>
                  <a:lnTo>
                    <a:pt x="9349486" y="442264"/>
                  </a:lnTo>
                  <a:lnTo>
                    <a:pt x="9082773" y="442264"/>
                  </a:lnTo>
                  <a:lnTo>
                    <a:pt x="9082773" y="193865"/>
                  </a:lnTo>
                  <a:lnTo>
                    <a:pt x="9079738" y="193865"/>
                  </a:lnTo>
                  <a:lnTo>
                    <a:pt x="9079738" y="442264"/>
                  </a:lnTo>
                  <a:lnTo>
                    <a:pt x="8425942" y="442264"/>
                  </a:lnTo>
                  <a:lnTo>
                    <a:pt x="8425942" y="193865"/>
                  </a:lnTo>
                  <a:lnTo>
                    <a:pt x="8422894" y="193865"/>
                  </a:lnTo>
                  <a:lnTo>
                    <a:pt x="8422894" y="442264"/>
                  </a:lnTo>
                  <a:lnTo>
                    <a:pt x="7510018" y="442264"/>
                  </a:lnTo>
                  <a:lnTo>
                    <a:pt x="7510018" y="193865"/>
                  </a:lnTo>
                  <a:lnTo>
                    <a:pt x="7506970" y="193865"/>
                  </a:lnTo>
                  <a:lnTo>
                    <a:pt x="7506970" y="442264"/>
                  </a:lnTo>
                  <a:lnTo>
                    <a:pt x="6013056" y="442264"/>
                  </a:lnTo>
                  <a:lnTo>
                    <a:pt x="6013056" y="193865"/>
                  </a:lnTo>
                  <a:lnTo>
                    <a:pt x="6010021" y="193865"/>
                  </a:lnTo>
                  <a:lnTo>
                    <a:pt x="6010021" y="442264"/>
                  </a:lnTo>
                  <a:lnTo>
                    <a:pt x="5344020" y="442264"/>
                  </a:lnTo>
                  <a:lnTo>
                    <a:pt x="5344020" y="193865"/>
                  </a:lnTo>
                  <a:lnTo>
                    <a:pt x="5340985" y="193865"/>
                  </a:lnTo>
                  <a:lnTo>
                    <a:pt x="5340985" y="442264"/>
                  </a:lnTo>
                  <a:lnTo>
                    <a:pt x="4325734" y="442264"/>
                  </a:lnTo>
                  <a:lnTo>
                    <a:pt x="4325734" y="193865"/>
                  </a:lnTo>
                  <a:lnTo>
                    <a:pt x="4322699" y="193865"/>
                  </a:lnTo>
                  <a:lnTo>
                    <a:pt x="4322699" y="442264"/>
                  </a:lnTo>
                  <a:lnTo>
                    <a:pt x="2421890" y="442264"/>
                  </a:lnTo>
                  <a:lnTo>
                    <a:pt x="2421890" y="193865"/>
                  </a:lnTo>
                  <a:lnTo>
                    <a:pt x="2418842" y="193865"/>
                  </a:lnTo>
                  <a:lnTo>
                    <a:pt x="2418842" y="442264"/>
                  </a:lnTo>
                  <a:lnTo>
                    <a:pt x="2418842" y="449897"/>
                  </a:lnTo>
                  <a:lnTo>
                    <a:pt x="2418842" y="1102169"/>
                  </a:lnTo>
                  <a:lnTo>
                    <a:pt x="1476997" y="1102169"/>
                  </a:lnTo>
                  <a:lnTo>
                    <a:pt x="1476997" y="1022908"/>
                  </a:lnTo>
                  <a:lnTo>
                    <a:pt x="2418842" y="1022908"/>
                  </a:lnTo>
                  <a:lnTo>
                    <a:pt x="2418842" y="1019860"/>
                  </a:lnTo>
                  <a:lnTo>
                    <a:pt x="1476997" y="1019860"/>
                  </a:lnTo>
                  <a:lnTo>
                    <a:pt x="1476997" y="940612"/>
                  </a:lnTo>
                  <a:lnTo>
                    <a:pt x="2418842" y="940612"/>
                  </a:lnTo>
                  <a:lnTo>
                    <a:pt x="2418842" y="937564"/>
                  </a:lnTo>
                  <a:lnTo>
                    <a:pt x="1476997" y="937564"/>
                  </a:lnTo>
                  <a:lnTo>
                    <a:pt x="1476997" y="858316"/>
                  </a:lnTo>
                  <a:lnTo>
                    <a:pt x="2418842" y="858316"/>
                  </a:lnTo>
                  <a:lnTo>
                    <a:pt x="2418842" y="855268"/>
                  </a:lnTo>
                  <a:lnTo>
                    <a:pt x="1476997" y="855268"/>
                  </a:lnTo>
                  <a:lnTo>
                    <a:pt x="1476997" y="776020"/>
                  </a:lnTo>
                  <a:lnTo>
                    <a:pt x="2418842" y="776020"/>
                  </a:lnTo>
                  <a:lnTo>
                    <a:pt x="2418842" y="772972"/>
                  </a:lnTo>
                  <a:lnTo>
                    <a:pt x="1473962" y="772972"/>
                  </a:lnTo>
                  <a:lnTo>
                    <a:pt x="1473962" y="776020"/>
                  </a:lnTo>
                  <a:lnTo>
                    <a:pt x="1473962" y="855268"/>
                  </a:lnTo>
                  <a:lnTo>
                    <a:pt x="1473962" y="1102169"/>
                  </a:lnTo>
                  <a:lnTo>
                    <a:pt x="693420" y="1102169"/>
                  </a:lnTo>
                  <a:lnTo>
                    <a:pt x="693420" y="1022908"/>
                  </a:lnTo>
                  <a:lnTo>
                    <a:pt x="1473962" y="1022908"/>
                  </a:lnTo>
                  <a:lnTo>
                    <a:pt x="1473962" y="1019860"/>
                  </a:lnTo>
                  <a:lnTo>
                    <a:pt x="693420" y="1019860"/>
                  </a:lnTo>
                  <a:lnTo>
                    <a:pt x="693420" y="940612"/>
                  </a:lnTo>
                  <a:lnTo>
                    <a:pt x="1473962" y="940612"/>
                  </a:lnTo>
                  <a:lnTo>
                    <a:pt x="1473962" y="937564"/>
                  </a:lnTo>
                  <a:lnTo>
                    <a:pt x="693420" y="937564"/>
                  </a:lnTo>
                  <a:lnTo>
                    <a:pt x="693420" y="858316"/>
                  </a:lnTo>
                  <a:lnTo>
                    <a:pt x="1473962" y="858316"/>
                  </a:lnTo>
                  <a:lnTo>
                    <a:pt x="1473962" y="855268"/>
                  </a:lnTo>
                  <a:lnTo>
                    <a:pt x="693420" y="855268"/>
                  </a:lnTo>
                  <a:lnTo>
                    <a:pt x="693420" y="776020"/>
                  </a:lnTo>
                  <a:lnTo>
                    <a:pt x="1473962" y="776020"/>
                  </a:lnTo>
                  <a:lnTo>
                    <a:pt x="1473962" y="772972"/>
                  </a:lnTo>
                  <a:lnTo>
                    <a:pt x="690372" y="772972"/>
                  </a:lnTo>
                  <a:lnTo>
                    <a:pt x="690372" y="776020"/>
                  </a:lnTo>
                  <a:lnTo>
                    <a:pt x="690372" y="855268"/>
                  </a:lnTo>
                  <a:lnTo>
                    <a:pt x="690372" y="1102169"/>
                  </a:lnTo>
                  <a:lnTo>
                    <a:pt x="7620" y="1102169"/>
                  </a:lnTo>
                  <a:lnTo>
                    <a:pt x="7620" y="1022908"/>
                  </a:lnTo>
                  <a:lnTo>
                    <a:pt x="690372" y="1022908"/>
                  </a:lnTo>
                  <a:lnTo>
                    <a:pt x="690372" y="1019860"/>
                  </a:lnTo>
                  <a:lnTo>
                    <a:pt x="7620" y="1019860"/>
                  </a:lnTo>
                  <a:lnTo>
                    <a:pt x="7620" y="940612"/>
                  </a:lnTo>
                  <a:lnTo>
                    <a:pt x="690372" y="940612"/>
                  </a:lnTo>
                  <a:lnTo>
                    <a:pt x="690372" y="937564"/>
                  </a:lnTo>
                  <a:lnTo>
                    <a:pt x="7620" y="937564"/>
                  </a:lnTo>
                  <a:lnTo>
                    <a:pt x="7620" y="858316"/>
                  </a:lnTo>
                  <a:lnTo>
                    <a:pt x="690372" y="858316"/>
                  </a:lnTo>
                  <a:lnTo>
                    <a:pt x="690372" y="855268"/>
                  </a:lnTo>
                  <a:lnTo>
                    <a:pt x="7620" y="855268"/>
                  </a:lnTo>
                  <a:lnTo>
                    <a:pt x="7620" y="776020"/>
                  </a:lnTo>
                  <a:lnTo>
                    <a:pt x="690372" y="776020"/>
                  </a:lnTo>
                  <a:lnTo>
                    <a:pt x="690372" y="772972"/>
                  </a:lnTo>
                  <a:lnTo>
                    <a:pt x="7620" y="772972"/>
                  </a:lnTo>
                  <a:lnTo>
                    <a:pt x="7620" y="693724"/>
                  </a:lnTo>
                  <a:lnTo>
                    <a:pt x="690372" y="693724"/>
                  </a:lnTo>
                  <a:lnTo>
                    <a:pt x="693420" y="693724"/>
                  </a:lnTo>
                  <a:lnTo>
                    <a:pt x="1473962" y="693724"/>
                  </a:lnTo>
                  <a:lnTo>
                    <a:pt x="1476997" y="693724"/>
                  </a:lnTo>
                  <a:lnTo>
                    <a:pt x="2418842" y="693724"/>
                  </a:lnTo>
                  <a:lnTo>
                    <a:pt x="2418842" y="690676"/>
                  </a:lnTo>
                  <a:lnTo>
                    <a:pt x="1476997" y="690676"/>
                  </a:lnTo>
                  <a:lnTo>
                    <a:pt x="1476997" y="611428"/>
                  </a:lnTo>
                  <a:lnTo>
                    <a:pt x="2418842" y="611428"/>
                  </a:lnTo>
                  <a:lnTo>
                    <a:pt x="2418842" y="608380"/>
                  </a:lnTo>
                  <a:lnTo>
                    <a:pt x="1476997" y="608380"/>
                  </a:lnTo>
                  <a:lnTo>
                    <a:pt x="1476997" y="529145"/>
                  </a:lnTo>
                  <a:lnTo>
                    <a:pt x="1473962" y="529145"/>
                  </a:lnTo>
                  <a:lnTo>
                    <a:pt x="1473962" y="608380"/>
                  </a:lnTo>
                  <a:lnTo>
                    <a:pt x="1473962" y="611428"/>
                  </a:lnTo>
                  <a:lnTo>
                    <a:pt x="1473962" y="690676"/>
                  </a:lnTo>
                  <a:lnTo>
                    <a:pt x="693420" y="690676"/>
                  </a:lnTo>
                  <a:lnTo>
                    <a:pt x="693420" y="611428"/>
                  </a:lnTo>
                  <a:lnTo>
                    <a:pt x="1473962" y="611428"/>
                  </a:lnTo>
                  <a:lnTo>
                    <a:pt x="1473962" y="608380"/>
                  </a:lnTo>
                  <a:lnTo>
                    <a:pt x="693420" y="608380"/>
                  </a:lnTo>
                  <a:lnTo>
                    <a:pt x="693420" y="529145"/>
                  </a:lnTo>
                  <a:lnTo>
                    <a:pt x="690372" y="529145"/>
                  </a:lnTo>
                  <a:lnTo>
                    <a:pt x="690372" y="608380"/>
                  </a:lnTo>
                  <a:lnTo>
                    <a:pt x="690372" y="611428"/>
                  </a:lnTo>
                  <a:lnTo>
                    <a:pt x="690372" y="690676"/>
                  </a:lnTo>
                  <a:lnTo>
                    <a:pt x="7620" y="690676"/>
                  </a:lnTo>
                  <a:lnTo>
                    <a:pt x="7620" y="611428"/>
                  </a:lnTo>
                  <a:lnTo>
                    <a:pt x="690372" y="611428"/>
                  </a:lnTo>
                  <a:lnTo>
                    <a:pt x="690372" y="608380"/>
                  </a:lnTo>
                  <a:lnTo>
                    <a:pt x="7620" y="608380"/>
                  </a:lnTo>
                  <a:lnTo>
                    <a:pt x="7620" y="529132"/>
                  </a:lnTo>
                  <a:lnTo>
                    <a:pt x="2418842" y="529132"/>
                  </a:lnTo>
                  <a:lnTo>
                    <a:pt x="2418842" y="526084"/>
                  </a:lnTo>
                  <a:lnTo>
                    <a:pt x="7620" y="526084"/>
                  </a:lnTo>
                  <a:lnTo>
                    <a:pt x="7620" y="449897"/>
                  </a:lnTo>
                  <a:lnTo>
                    <a:pt x="2418842" y="449897"/>
                  </a:lnTo>
                  <a:lnTo>
                    <a:pt x="2418842" y="442264"/>
                  </a:lnTo>
                  <a:lnTo>
                    <a:pt x="1476997" y="442264"/>
                  </a:lnTo>
                  <a:lnTo>
                    <a:pt x="1476997" y="193865"/>
                  </a:lnTo>
                  <a:lnTo>
                    <a:pt x="1473962" y="193865"/>
                  </a:lnTo>
                  <a:lnTo>
                    <a:pt x="1473962" y="442264"/>
                  </a:lnTo>
                  <a:lnTo>
                    <a:pt x="693420" y="442264"/>
                  </a:lnTo>
                  <a:lnTo>
                    <a:pt x="693420" y="193865"/>
                  </a:lnTo>
                  <a:lnTo>
                    <a:pt x="690372" y="193865"/>
                  </a:lnTo>
                  <a:lnTo>
                    <a:pt x="690372" y="442264"/>
                  </a:lnTo>
                  <a:lnTo>
                    <a:pt x="7620" y="442264"/>
                  </a:lnTo>
                  <a:lnTo>
                    <a:pt x="7620" y="193852"/>
                  </a:lnTo>
                  <a:lnTo>
                    <a:pt x="9979152" y="193852"/>
                  </a:lnTo>
                  <a:lnTo>
                    <a:pt x="9979152" y="186232"/>
                  </a:lnTo>
                  <a:lnTo>
                    <a:pt x="7620" y="186232"/>
                  </a:lnTo>
                  <a:lnTo>
                    <a:pt x="7620" y="7670"/>
                  </a:lnTo>
                  <a:lnTo>
                    <a:pt x="9979152" y="7670"/>
                  </a:lnTo>
                  <a:lnTo>
                    <a:pt x="9979152" y="50"/>
                  </a:lnTo>
                  <a:lnTo>
                    <a:pt x="7620" y="50"/>
                  </a:lnTo>
                  <a:lnTo>
                    <a:pt x="0" y="0"/>
                  </a:lnTo>
                  <a:lnTo>
                    <a:pt x="0" y="6263386"/>
                  </a:lnTo>
                  <a:lnTo>
                    <a:pt x="7620" y="6263386"/>
                  </a:lnTo>
                  <a:lnTo>
                    <a:pt x="9979152" y="6263386"/>
                  </a:lnTo>
                  <a:lnTo>
                    <a:pt x="9986772" y="6263386"/>
                  </a:lnTo>
                  <a:lnTo>
                    <a:pt x="9986772" y="6255778"/>
                  </a:lnTo>
                  <a:lnTo>
                    <a:pt x="9986772" y="449897"/>
                  </a:lnTo>
                  <a:lnTo>
                    <a:pt x="9986772" y="7620"/>
                  </a:lnTo>
                  <a:lnTo>
                    <a:pt x="9986772" y="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86221" y="2764916"/>
              <a:ext cx="1889251" cy="119594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431659" y="2783420"/>
              <a:ext cx="556260" cy="218440"/>
            </a:xfrm>
            <a:custGeom>
              <a:avLst/>
              <a:gdLst/>
              <a:ahLst/>
              <a:cxnLst/>
              <a:rect l="l" t="t" r="r" b="b"/>
              <a:pathLst>
                <a:path w="556259" h="218439">
                  <a:moveTo>
                    <a:pt x="0" y="218351"/>
                  </a:moveTo>
                  <a:lnTo>
                    <a:pt x="555967" y="218351"/>
                  </a:lnTo>
                  <a:lnTo>
                    <a:pt x="555967" y="0"/>
                  </a:lnTo>
                  <a:lnTo>
                    <a:pt x="0" y="0"/>
                  </a:lnTo>
                  <a:lnTo>
                    <a:pt x="0" y="218351"/>
                  </a:lnTo>
                  <a:close/>
                </a:path>
              </a:pathLst>
            </a:custGeom>
            <a:ln w="3937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7" name="object 6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94603" y="1369060"/>
            <a:ext cx="1872233" cy="1288795"/>
          </a:xfrm>
          <a:prstGeom prst="rect">
            <a:avLst/>
          </a:prstGeom>
        </p:spPr>
      </p:pic>
      <p:grpSp>
        <p:nvGrpSpPr>
          <p:cNvPr id="69" name="object 69"/>
          <p:cNvGrpSpPr/>
          <p:nvPr/>
        </p:nvGrpSpPr>
        <p:grpSpPr>
          <a:xfrm>
            <a:off x="6091554" y="1366824"/>
            <a:ext cx="220345" cy="207645"/>
            <a:chOff x="6091554" y="1366824"/>
            <a:chExt cx="220345" cy="207645"/>
          </a:xfrm>
        </p:grpSpPr>
        <p:sp>
          <p:nvSpPr>
            <p:cNvPr id="70" name="object 70"/>
            <p:cNvSpPr/>
            <p:nvPr/>
          </p:nvSpPr>
          <p:spPr>
            <a:xfrm>
              <a:off x="6094729" y="1369999"/>
              <a:ext cx="213995" cy="201295"/>
            </a:xfrm>
            <a:custGeom>
              <a:avLst/>
              <a:gdLst/>
              <a:ahLst/>
              <a:cxnLst/>
              <a:rect l="l" t="t" r="r" b="b"/>
              <a:pathLst>
                <a:path w="213995" h="201294">
                  <a:moveTo>
                    <a:pt x="213918" y="0"/>
                  </a:moveTo>
                  <a:lnTo>
                    <a:pt x="0" y="0"/>
                  </a:lnTo>
                  <a:lnTo>
                    <a:pt x="0" y="201117"/>
                  </a:lnTo>
                  <a:lnTo>
                    <a:pt x="213918" y="201117"/>
                  </a:lnTo>
                  <a:lnTo>
                    <a:pt x="2139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6094729" y="1369999"/>
              <a:ext cx="213995" cy="201295"/>
            </a:xfrm>
            <a:custGeom>
              <a:avLst/>
              <a:gdLst/>
              <a:ahLst/>
              <a:cxnLst/>
              <a:rect l="l" t="t" r="r" b="b"/>
              <a:pathLst>
                <a:path w="213995" h="201294">
                  <a:moveTo>
                    <a:pt x="0" y="201117"/>
                  </a:moveTo>
                  <a:lnTo>
                    <a:pt x="213918" y="201117"/>
                  </a:lnTo>
                  <a:lnTo>
                    <a:pt x="213918" y="0"/>
                  </a:lnTo>
                  <a:lnTo>
                    <a:pt x="0" y="0"/>
                  </a:lnTo>
                  <a:lnTo>
                    <a:pt x="0" y="201117"/>
                  </a:lnTo>
                  <a:close/>
                </a:path>
              </a:pathLst>
            </a:custGeom>
            <a:ln w="590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/>
          <p:cNvSpPr txBox="1"/>
          <p:nvPr/>
        </p:nvSpPr>
        <p:spPr>
          <a:xfrm>
            <a:off x="6151626" y="1417726"/>
            <a:ext cx="102235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25">
                <a:solidFill>
                  <a:srgbClr val="FF0000"/>
                </a:solidFill>
                <a:latin typeface="Times New Roman"/>
                <a:cs typeface="Times New Roman"/>
              </a:rPr>
              <a:t>H1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443089" y="1366723"/>
            <a:ext cx="514984" cy="213360"/>
          </a:xfrm>
          <a:prstGeom prst="rect">
            <a:avLst/>
          </a:prstGeom>
          <a:solidFill>
            <a:srgbClr val="FFFF00"/>
          </a:solidFill>
          <a:ln w="3936">
            <a:solidFill>
              <a:srgbClr val="0000FF"/>
            </a:solidFill>
          </a:ln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endParaRPr sz="400">
              <a:latin typeface="Times New Roman"/>
              <a:cs typeface="Times New Roman"/>
            </a:endParaRPr>
          </a:p>
          <a:p>
            <a:pPr marL="156210">
              <a:lnSpc>
                <a:spcPct val="100000"/>
              </a:lnSpc>
            </a:pPr>
            <a:r>
              <a:rPr dirty="0" sz="400" b="1">
                <a:latin typeface="Times New Roman"/>
                <a:cs typeface="Times New Roman"/>
              </a:rPr>
              <a:t>TOP</a:t>
            </a:r>
            <a:r>
              <a:rPr dirty="0" sz="400" spc="-5" b="1">
                <a:latin typeface="Times New Roman"/>
                <a:cs typeface="Times New Roman"/>
              </a:rPr>
              <a:t> </a:t>
            </a:r>
            <a:r>
              <a:rPr dirty="0" sz="400" spc="-20" b="1">
                <a:latin typeface="Times New Roman"/>
                <a:cs typeface="Times New Roman"/>
              </a:rPr>
              <a:t>side</a:t>
            </a:r>
            <a:endParaRPr sz="400">
              <a:latin typeface="Times New Roman"/>
              <a:cs typeface="Times New Roman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8004030" y="1318236"/>
            <a:ext cx="1924050" cy="731520"/>
            <a:chOff x="8004030" y="1318236"/>
            <a:chExt cx="1924050" cy="731520"/>
          </a:xfrm>
        </p:grpSpPr>
        <p:pic>
          <p:nvPicPr>
            <p:cNvPr id="107" name="object 10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004030" y="1318236"/>
              <a:ext cx="983776" cy="723185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020558" y="1335290"/>
              <a:ext cx="935291" cy="674230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8014589" y="1329448"/>
              <a:ext cx="947419" cy="686435"/>
            </a:xfrm>
            <a:custGeom>
              <a:avLst/>
              <a:gdLst/>
              <a:ahLst/>
              <a:cxnLst/>
              <a:rect l="l" t="t" r="r" b="b"/>
              <a:pathLst>
                <a:path w="947420" h="686435">
                  <a:moveTo>
                    <a:pt x="0" y="686041"/>
                  </a:moveTo>
                  <a:lnTo>
                    <a:pt x="947102" y="686041"/>
                  </a:lnTo>
                  <a:lnTo>
                    <a:pt x="947102" y="0"/>
                  </a:lnTo>
                  <a:lnTo>
                    <a:pt x="0" y="0"/>
                  </a:lnTo>
                  <a:lnTo>
                    <a:pt x="0" y="686041"/>
                  </a:lnTo>
                  <a:close/>
                </a:path>
              </a:pathLst>
            </a:custGeom>
            <a:ln w="1181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0" name="object 11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961120" y="1330451"/>
              <a:ext cx="960881" cy="717041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982202" y="1351483"/>
              <a:ext cx="904113" cy="660069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8976233" y="1345514"/>
              <a:ext cx="916305" cy="672465"/>
            </a:xfrm>
            <a:custGeom>
              <a:avLst/>
              <a:gdLst/>
              <a:ahLst/>
              <a:cxnLst/>
              <a:rect l="l" t="t" r="r" b="b"/>
              <a:pathLst>
                <a:path w="916304" h="672464">
                  <a:moveTo>
                    <a:pt x="0" y="671880"/>
                  </a:moveTo>
                  <a:lnTo>
                    <a:pt x="915924" y="671880"/>
                  </a:lnTo>
                  <a:lnTo>
                    <a:pt x="915924" y="0"/>
                  </a:lnTo>
                  <a:lnTo>
                    <a:pt x="0" y="0"/>
                  </a:lnTo>
                  <a:lnTo>
                    <a:pt x="0" y="671880"/>
                  </a:lnTo>
                  <a:close/>
                </a:path>
              </a:pathLst>
            </a:custGeom>
            <a:ln w="1181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9208770" y="1418158"/>
              <a:ext cx="500380" cy="466725"/>
            </a:xfrm>
            <a:custGeom>
              <a:avLst/>
              <a:gdLst/>
              <a:ahLst/>
              <a:cxnLst/>
              <a:rect l="l" t="t" r="r" b="b"/>
              <a:pathLst>
                <a:path w="500379" h="466725">
                  <a:moveTo>
                    <a:pt x="0" y="466140"/>
                  </a:moveTo>
                  <a:lnTo>
                    <a:pt x="499897" y="466140"/>
                  </a:lnTo>
                  <a:lnTo>
                    <a:pt x="499897" y="0"/>
                  </a:lnTo>
                  <a:lnTo>
                    <a:pt x="0" y="0"/>
                  </a:lnTo>
                  <a:lnTo>
                    <a:pt x="0" y="466140"/>
                  </a:lnTo>
                  <a:close/>
                </a:path>
              </a:pathLst>
            </a:custGeom>
            <a:ln w="393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9121013" y="1345056"/>
              <a:ext cx="130810" cy="302895"/>
            </a:xfrm>
            <a:custGeom>
              <a:avLst/>
              <a:gdLst/>
              <a:ahLst/>
              <a:cxnLst/>
              <a:rect l="l" t="t" r="r" b="b"/>
              <a:pathLst>
                <a:path w="130809" h="302894">
                  <a:moveTo>
                    <a:pt x="116835" y="282090"/>
                  </a:moveTo>
                  <a:lnTo>
                    <a:pt x="108584" y="285495"/>
                  </a:lnTo>
                  <a:lnTo>
                    <a:pt x="128650" y="302767"/>
                  </a:lnTo>
                  <a:lnTo>
                    <a:pt x="129801" y="285750"/>
                  </a:lnTo>
                  <a:lnTo>
                    <a:pt x="118363" y="285750"/>
                  </a:lnTo>
                  <a:lnTo>
                    <a:pt x="116835" y="282090"/>
                  </a:lnTo>
                  <a:close/>
                </a:path>
                <a:path w="130809" h="302894">
                  <a:moveTo>
                    <a:pt x="122201" y="279875"/>
                  </a:moveTo>
                  <a:lnTo>
                    <a:pt x="116835" y="282090"/>
                  </a:lnTo>
                  <a:lnTo>
                    <a:pt x="118257" y="285495"/>
                  </a:lnTo>
                  <a:lnTo>
                    <a:pt x="118363" y="285750"/>
                  </a:lnTo>
                  <a:lnTo>
                    <a:pt x="123697" y="283463"/>
                  </a:lnTo>
                  <a:lnTo>
                    <a:pt x="122201" y="279875"/>
                  </a:lnTo>
                  <a:close/>
                </a:path>
                <a:path w="130809" h="302894">
                  <a:moveTo>
                    <a:pt x="130428" y="276478"/>
                  </a:moveTo>
                  <a:lnTo>
                    <a:pt x="122201" y="279875"/>
                  </a:lnTo>
                  <a:lnTo>
                    <a:pt x="123697" y="283463"/>
                  </a:lnTo>
                  <a:lnTo>
                    <a:pt x="118363" y="285750"/>
                  </a:lnTo>
                  <a:lnTo>
                    <a:pt x="129801" y="285750"/>
                  </a:lnTo>
                  <a:lnTo>
                    <a:pt x="130428" y="276478"/>
                  </a:lnTo>
                  <a:close/>
                </a:path>
                <a:path w="130809" h="302894">
                  <a:moveTo>
                    <a:pt x="5460" y="0"/>
                  </a:moveTo>
                  <a:lnTo>
                    <a:pt x="0" y="2285"/>
                  </a:lnTo>
                  <a:lnTo>
                    <a:pt x="116835" y="282090"/>
                  </a:lnTo>
                  <a:lnTo>
                    <a:pt x="122201" y="279875"/>
                  </a:lnTo>
                  <a:lnTo>
                    <a:pt x="546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9007475" y="1812861"/>
              <a:ext cx="918844" cy="234950"/>
            </a:xfrm>
            <a:custGeom>
              <a:avLst/>
              <a:gdLst/>
              <a:ahLst/>
              <a:cxnLst/>
              <a:rect l="l" t="t" r="r" b="b"/>
              <a:pathLst>
                <a:path w="918845" h="234950">
                  <a:moveTo>
                    <a:pt x="918463" y="0"/>
                  </a:moveTo>
                  <a:lnTo>
                    <a:pt x="0" y="0"/>
                  </a:lnTo>
                  <a:lnTo>
                    <a:pt x="0" y="234759"/>
                  </a:lnTo>
                  <a:lnTo>
                    <a:pt x="918463" y="234759"/>
                  </a:lnTo>
                  <a:lnTo>
                    <a:pt x="91846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9007475" y="1812861"/>
              <a:ext cx="918844" cy="234950"/>
            </a:xfrm>
            <a:custGeom>
              <a:avLst/>
              <a:gdLst/>
              <a:ahLst/>
              <a:cxnLst/>
              <a:rect l="l" t="t" r="r" b="b"/>
              <a:pathLst>
                <a:path w="918845" h="234950">
                  <a:moveTo>
                    <a:pt x="0" y="234759"/>
                  </a:moveTo>
                  <a:lnTo>
                    <a:pt x="918463" y="234759"/>
                  </a:lnTo>
                  <a:lnTo>
                    <a:pt x="918463" y="0"/>
                  </a:lnTo>
                  <a:lnTo>
                    <a:pt x="0" y="0"/>
                  </a:lnTo>
                  <a:lnTo>
                    <a:pt x="0" y="234759"/>
                  </a:lnTo>
                  <a:close/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8" name="object 118"/>
          <p:cNvGrpSpPr/>
          <p:nvPr/>
        </p:nvGrpSpPr>
        <p:grpSpPr>
          <a:xfrm>
            <a:off x="8500744" y="1341742"/>
            <a:ext cx="682625" cy="247650"/>
            <a:chOff x="8500744" y="1341742"/>
            <a:chExt cx="682625" cy="247650"/>
          </a:xfrm>
        </p:grpSpPr>
        <p:sp>
          <p:nvSpPr>
            <p:cNvPr id="119" name="object 119"/>
            <p:cNvSpPr/>
            <p:nvPr/>
          </p:nvSpPr>
          <p:spPr>
            <a:xfrm>
              <a:off x="8500744" y="1444498"/>
              <a:ext cx="317500" cy="113664"/>
            </a:xfrm>
            <a:custGeom>
              <a:avLst/>
              <a:gdLst/>
              <a:ahLst/>
              <a:cxnLst/>
              <a:rect l="l" t="t" r="r" b="b"/>
              <a:pathLst>
                <a:path w="317500" h="113665">
                  <a:moveTo>
                    <a:pt x="18669" y="91186"/>
                  </a:moveTo>
                  <a:lnTo>
                    <a:pt x="0" y="109981"/>
                  </a:lnTo>
                  <a:lnTo>
                    <a:pt x="26161" y="113537"/>
                  </a:lnTo>
                  <a:lnTo>
                    <a:pt x="23777" y="106425"/>
                  </a:lnTo>
                  <a:lnTo>
                    <a:pt x="19684" y="106425"/>
                  </a:lnTo>
                  <a:lnTo>
                    <a:pt x="17779" y="100837"/>
                  </a:lnTo>
                  <a:lnTo>
                    <a:pt x="21483" y="99582"/>
                  </a:lnTo>
                  <a:lnTo>
                    <a:pt x="18669" y="91186"/>
                  </a:lnTo>
                  <a:close/>
                </a:path>
                <a:path w="317500" h="113665">
                  <a:moveTo>
                    <a:pt x="21483" y="99582"/>
                  </a:moveTo>
                  <a:lnTo>
                    <a:pt x="17779" y="100837"/>
                  </a:lnTo>
                  <a:lnTo>
                    <a:pt x="19684" y="106425"/>
                  </a:lnTo>
                  <a:lnTo>
                    <a:pt x="23360" y="105180"/>
                  </a:lnTo>
                  <a:lnTo>
                    <a:pt x="21483" y="99582"/>
                  </a:lnTo>
                  <a:close/>
                </a:path>
                <a:path w="317500" h="113665">
                  <a:moveTo>
                    <a:pt x="23360" y="105180"/>
                  </a:moveTo>
                  <a:lnTo>
                    <a:pt x="19684" y="106425"/>
                  </a:lnTo>
                  <a:lnTo>
                    <a:pt x="23777" y="106425"/>
                  </a:lnTo>
                  <a:lnTo>
                    <a:pt x="23360" y="105180"/>
                  </a:lnTo>
                  <a:close/>
                </a:path>
                <a:path w="317500" h="113665">
                  <a:moveTo>
                    <a:pt x="315340" y="0"/>
                  </a:moveTo>
                  <a:lnTo>
                    <a:pt x="21483" y="99582"/>
                  </a:lnTo>
                  <a:lnTo>
                    <a:pt x="23360" y="105180"/>
                  </a:lnTo>
                  <a:lnTo>
                    <a:pt x="317246" y="5587"/>
                  </a:lnTo>
                  <a:lnTo>
                    <a:pt x="3153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8875267" y="1343964"/>
              <a:ext cx="306070" cy="243204"/>
            </a:xfrm>
            <a:custGeom>
              <a:avLst/>
              <a:gdLst/>
              <a:ahLst/>
              <a:cxnLst/>
              <a:rect l="l" t="t" r="r" b="b"/>
              <a:pathLst>
                <a:path w="306070" h="243205">
                  <a:moveTo>
                    <a:pt x="305777" y="0"/>
                  </a:moveTo>
                  <a:lnTo>
                    <a:pt x="0" y="0"/>
                  </a:lnTo>
                  <a:lnTo>
                    <a:pt x="0" y="242900"/>
                  </a:lnTo>
                  <a:lnTo>
                    <a:pt x="305777" y="242900"/>
                  </a:lnTo>
                  <a:lnTo>
                    <a:pt x="3057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8875267" y="1343964"/>
              <a:ext cx="306070" cy="243204"/>
            </a:xfrm>
            <a:custGeom>
              <a:avLst/>
              <a:gdLst/>
              <a:ahLst/>
              <a:cxnLst/>
              <a:rect l="l" t="t" r="r" b="b"/>
              <a:pathLst>
                <a:path w="306070" h="243205">
                  <a:moveTo>
                    <a:pt x="0" y="242900"/>
                  </a:moveTo>
                  <a:lnTo>
                    <a:pt x="305777" y="242900"/>
                  </a:lnTo>
                  <a:lnTo>
                    <a:pt x="305777" y="0"/>
                  </a:lnTo>
                  <a:lnTo>
                    <a:pt x="0" y="0"/>
                  </a:lnTo>
                  <a:lnTo>
                    <a:pt x="0" y="242900"/>
                  </a:lnTo>
                  <a:close/>
                </a:path>
              </a:pathLst>
            </a:custGeom>
            <a:ln w="393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2" name="object 122"/>
          <p:cNvSpPr txBox="1"/>
          <p:nvPr/>
        </p:nvSpPr>
        <p:spPr>
          <a:xfrm>
            <a:off x="8978265" y="1413205"/>
            <a:ext cx="102870" cy="100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25">
                <a:solidFill>
                  <a:srgbClr val="FF0000"/>
                </a:solidFill>
                <a:latin typeface="Times New Roman"/>
                <a:cs typeface="Times New Roman"/>
              </a:rPr>
              <a:t>H2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51307" y="1750199"/>
            <a:ext cx="2126615" cy="200215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66370">
              <a:lnSpc>
                <a:spcPct val="100000"/>
              </a:lnSpc>
              <a:spcBef>
                <a:spcPts val="155"/>
              </a:spcBef>
              <a:tabLst>
                <a:tab pos="1030605" algn="l"/>
                <a:tab pos="1931035" algn="l"/>
              </a:tabLst>
            </a:pPr>
            <a:r>
              <a:rPr dirty="0" sz="500" spc="-10">
                <a:latin typeface="Times New Roman"/>
                <a:cs typeface="Times New Roman"/>
              </a:rPr>
              <a:t>Wipping</a:t>
            </a:r>
            <a:r>
              <a:rPr dirty="0" sz="500" spc="-5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cloth</a:t>
            </a:r>
            <a:r>
              <a:rPr dirty="0" sz="500">
                <a:latin typeface="Times New Roman"/>
                <a:cs typeface="Times New Roman"/>
              </a:rPr>
              <a:t>	</a:t>
            </a:r>
            <a:r>
              <a:rPr dirty="0" sz="500" spc="-25">
                <a:latin typeface="Times New Roman"/>
                <a:cs typeface="Times New Roman"/>
              </a:rPr>
              <a:t>N/A</a:t>
            </a:r>
            <a:r>
              <a:rPr dirty="0" sz="500">
                <a:latin typeface="Times New Roman"/>
                <a:cs typeface="Times New Roman"/>
              </a:rPr>
              <a:t>	</a:t>
            </a:r>
            <a:r>
              <a:rPr dirty="0" sz="500" spc="-50">
                <a:latin typeface="Times New Roman"/>
                <a:cs typeface="Times New Roman"/>
              </a:rPr>
              <a:t>1</a:t>
            </a:r>
            <a:endParaRPr sz="500">
              <a:latin typeface="Times New Roman"/>
              <a:cs typeface="Times New Roman"/>
            </a:endParaRPr>
          </a:p>
          <a:p>
            <a:pPr marL="260350">
              <a:lnSpc>
                <a:spcPts val="655"/>
              </a:lnSpc>
              <a:spcBef>
                <a:spcPts val="100"/>
              </a:spcBef>
            </a:pPr>
            <a:r>
              <a:rPr dirty="0" sz="600" b="1">
                <a:solidFill>
                  <a:srgbClr val="FF0000"/>
                </a:solidFill>
                <a:latin typeface="Times New Roman"/>
                <a:cs typeface="Times New Roman"/>
              </a:rPr>
              <a:t>Attention</a:t>
            </a:r>
            <a:r>
              <a:rPr dirty="0" sz="600" spc="3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600" b="1">
                <a:solidFill>
                  <a:srgbClr val="FF0000"/>
                </a:solidFill>
                <a:latin typeface="Times New Roman"/>
                <a:cs typeface="Times New Roman"/>
              </a:rPr>
              <a:t>item</a:t>
            </a:r>
            <a:r>
              <a:rPr dirty="0" sz="600" spc="6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600" spc="-50" b="1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600">
              <a:latin typeface="Times New Roman"/>
              <a:cs typeface="Times New Roman"/>
            </a:endParaRPr>
          </a:p>
          <a:p>
            <a:pPr marL="59055" indent="-50800">
              <a:lnSpc>
                <a:spcPts val="535"/>
              </a:lnSpc>
              <a:buSzPct val="80000"/>
              <a:buAutoNum type="arabicPeriod"/>
              <a:tabLst>
                <a:tab pos="59055" algn="l"/>
              </a:tabLst>
            </a:pP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When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handling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requires</a:t>
            </a:r>
            <a:r>
              <a:rPr dirty="0" sz="500" spc="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wearing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ESD</a:t>
            </a:r>
            <a:r>
              <a:rPr dirty="0" sz="500" spc="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finger</a:t>
            </a:r>
            <a:r>
              <a:rPr dirty="0" sz="500" spc="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rubber-gloves,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ESD</a:t>
            </a:r>
            <a:r>
              <a:rPr dirty="0" sz="500" spc="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gloves,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activated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carbon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mask.</a:t>
            </a:r>
            <a:endParaRPr sz="500">
              <a:latin typeface="Times New Roman"/>
              <a:cs typeface="Times New Roman"/>
            </a:endParaRPr>
          </a:p>
          <a:p>
            <a:pPr marL="74295" indent="-61594">
              <a:lnSpc>
                <a:spcPct val="100000"/>
              </a:lnSpc>
              <a:spcBef>
                <a:spcPts val="50"/>
              </a:spcBef>
              <a:buSzPct val="80000"/>
              <a:buAutoNum type="arabicPeriod" startAt="2"/>
              <a:tabLst>
                <a:tab pos="74295" algn="l"/>
              </a:tabLst>
            </a:pP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When</a:t>
            </a:r>
            <a:r>
              <a:rPr dirty="0" sz="500" spc="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handling</a:t>
            </a:r>
            <a:r>
              <a:rPr dirty="0" sz="500" spc="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requires</a:t>
            </a:r>
            <a:r>
              <a:rPr dirty="0" sz="500" spc="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wearing</a:t>
            </a:r>
            <a:r>
              <a:rPr dirty="0" sz="500" spc="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electrostatic</a:t>
            </a:r>
            <a:r>
              <a:rPr dirty="0" sz="500" spc="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wire</a:t>
            </a:r>
            <a:endParaRPr sz="500">
              <a:latin typeface="Times New Roman"/>
              <a:cs typeface="Times New Roman"/>
            </a:endParaRPr>
          </a:p>
          <a:p>
            <a:pPr marL="12700" marR="509905" indent="61594">
              <a:lnSpc>
                <a:spcPct val="108000"/>
              </a:lnSpc>
              <a:buSzPct val="80000"/>
              <a:buAutoNum type="arabicPeriod" startAt="2"/>
              <a:tabLst>
                <a:tab pos="74295" algn="l"/>
              </a:tabLst>
            </a:pP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Test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distance: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product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is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60cm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away</a:t>
            </a:r>
            <a:r>
              <a:rPr dirty="0" sz="500" spc="-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from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eye,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test</a:t>
            </a:r>
            <a:r>
              <a:rPr dirty="0" sz="500" spc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angle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is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from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40-45°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 (For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cage,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heatsink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&amp;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bracket)</a:t>
            </a:r>
            <a:endParaRPr sz="500">
              <a:latin typeface="Times New Roman"/>
              <a:cs typeface="Times New Roman"/>
            </a:endParaRPr>
          </a:p>
          <a:p>
            <a:pPr marL="74295" indent="-61594">
              <a:lnSpc>
                <a:spcPct val="100000"/>
              </a:lnSpc>
              <a:spcBef>
                <a:spcPts val="45"/>
              </a:spcBef>
              <a:buSzPct val="80000"/>
              <a:buAutoNum type="arabicPeriod" startAt="2"/>
              <a:tabLst>
                <a:tab pos="74295" algn="l"/>
              </a:tabLst>
            </a:pP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Light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Condition: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&gt;1000lux</a:t>
            </a:r>
            <a:endParaRPr sz="500">
              <a:latin typeface="Times New Roman"/>
              <a:cs typeface="Times New Roman"/>
            </a:endParaRPr>
          </a:p>
          <a:p>
            <a:pPr marL="12700" marR="450215" indent="61594">
              <a:lnSpc>
                <a:spcPct val="108000"/>
              </a:lnSpc>
              <a:spcBef>
                <a:spcPts val="5"/>
              </a:spcBef>
              <a:buSzPct val="80000"/>
              <a:buAutoNum type="arabicPeriod" startAt="2"/>
              <a:tabLst>
                <a:tab pos="74295" algn="l"/>
              </a:tabLst>
            </a:pP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When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detecting errors,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it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is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necessary</a:t>
            </a:r>
            <a:r>
              <a:rPr dirty="0" sz="500" spc="-3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to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 judge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using IPC610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and</a:t>
            </a:r>
            <a:r>
              <a:rPr dirty="0" sz="500" spc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QC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book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,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DOC003410</a:t>
            </a:r>
            <a:r>
              <a:rPr dirty="0" sz="500" spc="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bond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inspection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documents</a:t>
            </a:r>
            <a:r>
              <a:rPr dirty="0" sz="500" spc="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to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judge</a:t>
            </a:r>
            <a:endParaRPr sz="500">
              <a:latin typeface="Times New Roman"/>
              <a:cs typeface="Times New Roman"/>
            </a:endParaRPr>
          </a:p>
          <a:p>
            <a:pPr marL="12700" marR="372745" indent="61594">
              <a:lnSpc>
                <a:spcPct val="108000"/>
              </a:lnSpc>
              <a:buSzPct val="80000"/>
              <a:buAutoNum type="arabicPeriod" startAt="2"/>
              <a:tabLst>
                <a:tab pos="74295" algn="l"/>
              </a:tabLst>
            </a:pP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When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 operating,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only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hold edge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of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PCBA,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prevent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to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 touch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dirty="0" sz="500" spc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components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on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PCBA and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gold finger,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don't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wear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ring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and nail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tip.</a:t>
            </a:r>
            <a:endParaRPr sz="500">
              <a:latin typeface="Times New Roman"/>
              <a:cs typeface="Times New Roman"/>
            </a:endParaRPr>
          </a:p>
          <a:p>
            <a:pPr marL="12700" marR="248285" indent="61594">
              <a:lnSpc>
                <a:spcPct val="108000"/>
              </a:lnSpc>
              <a:buSzPct val="80000"/>
              <a:buAutoNum type="arabicPeriod" startAt="2"/>
              <a:tabLst>
                <a:tab pos="74295" algn="l"/>
              </a:tabLst>
            </a:pP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Create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R_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when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 PCB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is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error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and handle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follow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 the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NG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product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process,</a:t>
            </a:r>
            <a:r>
              <a:rPr dirty="0" sz="500" spc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place into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NG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position</a:t>
            </a:r>
            <a:endParaRPr sz="500">
              <a:latin typeface="Times New Roman"/>
              <a:cs typeface="Times New Roman"/>
            </a:endParaRPr>
          </a:p>
          <a:p>
            <a:pPr marL="74295" indent="-61594">
              <a:lnSpc>
                <a:spcPct val="100000"/>
              </a:lnSpc>
              <a:spcBef>
                <a:spcPts val="45"/>
              </a:spcBef>
              <a:buSzPct val="80000"/>
              <a:buAutoNum type="arabicPeriod" startAt="2"/>
              <a:tabLst>
                <a:tab pos="74295" algn="l"/>
              </a:tabLst>
            </a:pP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Use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ion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fan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 blow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on the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operation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position.</a:t>
            </a:r>
            <a:endParaRPr sz="500">
              <a:latin typeface="Times New Roman"/>
              <a:cs typeface="Times New Roman"/>
            </a:endParaRPr>
          </a:p>
          <a:p>
            <a:pPr marL="12700" marR="370840" indent="61594">
              <a:lnSpc>
                <a:spcPct val="108000"/>
              </a:lnSpc>
              <a:buSzPct val="80000"/>
              <a:buAutoNum type="arabicPeriod" startAt="2"/>
              <a:tabLst>
                <a:tab pos="74295" algn="l"/>
              </a:tabLst>
            </a:pP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Using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magnification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lamp</a:t>
            </a:r>
            <a:r>
              <a:rPr dirty="0" sz="500" spc="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to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inspect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gold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finger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and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position</a:t>
            </a:r>
            <a:r>
              <a:rPr dirty="0" sz="500" spc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can't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jugde outside.</a:t>
            </a:r>
            <a:endParaRPr sz="500">
              <a:latin typeface="Times New Roman"/>
              <a:cs typeface="Times New Roman"/>
            </a:endParaRPr>
          </a:p>
          <a:p>
            <a:pPr marL="106680" indent="-93980">
              <a:lnSpc>
                <a:spcPct val="100000"/>
              </a:lnSpc>
              <a:spcBef>
                <a:spcPts val="50"/>
              </a:spcBef>
              <a:buSzPct val="80000"/>
              <a:buAutoNum type="arabicPeriod" startAt="2"/>
              <a:tabLst>
                <a:tab pos="106680" algn="l"/>
              </a:tabLst>
            </a:pP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clean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cloth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only</a:t>
            </a:r>
            <a:r>
              <a:rPr dirty="0" sz="500" spc="-3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use for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12 pcs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gold finger</a:t>
            </a:r>
            <a:endParaRPr sz="500">
              <a:latin typeface="Times New Roman"/>
              <a:cs typeface="Times New Roman"/>
            </a:endParaRPr>
          </a:p>
          <a:p>
            <a:pPr marL="106680" indent="-93980">
              <a:lnSpc>
                <a:spcPct val="100000"/>
              </a:lnSpc>
              <a:spcBef>
                <a:spcPts val="50"/>
              </a:spcBef>
              <a:buSzPct val="80000"/>
              <a:buAutoNum type="arabicPeriod" startAt="2"/>
              <a:tabLst>
                <a:tab pos="106680" algn="l"/>
              </a:tabLst>
            </a:pP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Before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open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line of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each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shift, must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to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clean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solution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bottle</a:t>
            </a:r>
            <a:endParaRPr sz="500">
              <a:latin typeface="Times New Roman"/>
              <a:cs typeface="Times New Roman"/>
            </a:endParaRPr>
          </a:p>
          <a:p>
            <a:pPr marL="12700" marR="361950" indent="93980">
              <a:lnSpc>
                <a:spcPct val="108000"/>
              </a:lnSpc>
              <a:buSzPct val="80000"/>
              <a:buAutoNum type="arabicPeriod" startAt="2"/>
              <a:tabLst>
                <a:tab pos="106680" algn="l"/>
              </a:tabLst>
            </a:pP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Change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frequency: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finger</a:t>
            </a:r>
            <a:r>
              <a:rPr dirty="0" sz="500" spc="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rubber-gloves</a:t>
            </a:r>
            <a:r>
              <a:rPr dirty="0" sz="500" spc="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4</a:t>
            </a:r>
            <a:r>
              <a:rPr dirty="0" sz="500" spc="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hours/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time,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gloves</a:t>
            </a:r>
            <a:r>
              <a:rPr dirty="0" sz="500" spc="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5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dirty="0" sz="500" spc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days/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 time. If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it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is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torn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or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dirty, replace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it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immediately.</a:t>
            </a:r>
            <a:endParaRPr sz="500">
              <a:latin typeface="Times New Roman"/>
              <a:cs typeface="Times New Roman"/>
            </a:endParaRPr>
          </a:p>
          <a:p>
            <a:pPr marL="106680" indent="-93980">
              <a:lnSpc>
                <a:spcPct val="100000"/>
              </a:lnSpc>
              <a:spcBef>
                <a:spcPts val="45"/>
              </a:spcBef>
              <a:buSzPct val="80000"/>
              <a:buAutoNum type="arabicPeriod" startAt="2"/>
              <a:tabLst>
                <a:tab pos="106680" algn="l"/>
              </a:tabLst>
            </a:pP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Only</a:t>
            </a:r>
            <a:r>
              <a:rPr dirty="0" sz="500" spc="-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scan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dirty="0" sz="500" spc="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times,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if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second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time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still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can't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scan,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inform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to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line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leader.</a:t>
            </a:r>
            <a:endParaRPr sz="500">
              <a:latin typeface="Times New Roman"/>
              <a:cs typeface="Times New Roman"/>
            </a:endParaRPr>
          </a:p>
          <a:p>
            <a:pPr marL="106680" indent="-93980">
              <a:lnSpc>
                <a:spcPct val="100000"/>
              </a:lnSpc>
              <a:spcBef>
                <a:spcPts val="50"/>
              </a:spcBef>
              <a:buSzPct val="80000"/>
              <a:buAutoNum type="arabicPeriod" startAt="2"/>
              <a:tabLst>
                <a:tab pos="106680" algn="l"/>
              </a:tabLst>
            </a:pP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It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is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possible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to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 use the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cloth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that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instilled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IPA solution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to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 clean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dirty</a:t>
            </a:r>
            <a:r>
              <a:rPr dirty="0" sz="500" spc="-3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positions</a:t>
            </a:r>
            <a:endParaRPr sz="500">
              <a:latin typeface="Times New Roman"/>
              <a:cs typeface="Times New Roman"/>
            </a:endParaRPr>
          </a:p>
          <a:p>
            <a:pPr marL="106680" indent="-93980">
              <a:lnSpc>
                <a:spcPct val="100000"/>
              </a:lnSpc>
              <a:spcBef>
                <a:spcPts val="45"/>
              </a:spcBef>
              <a:buSzPct val="80000"/>
              <a:buAutoNum type="arabicPeriod" startAt="2"/>
              <a:tabLst>
                <a:tab pos="106680" algn="l"/>
              </a:tabLst>
            </a:pP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NG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images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for</a:t>
            </a:r>
            <a:r>
              <a:rPr dirty="0" sz="500" spc="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illustration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only</a:t>
            </a:r>
            <a:endParaRPr sz="500">
              <a:latin typeface="Times New Roman"/>
              <a:cs typeface="Times New Roman"/>
            </a:endParaRPr>
          </a:p>
        </p:txBody>
      </p:sp>
      <p:grpSp>
        <p:nvGrpSpPr>
          <p:cNvPr id="180" name="object 180"/>
          <p:cNvGrpSpPr/>
          <p:nvPr/>
        </p:nvGrpSpPr>
        <p:grpSpPr>
          <a:xfrm>
            <a:off x="163893" y="1876983"/>
            <a:ext cx="3921760" cy="1995805"/>
            <a:chOff x="163893" y="1876983"/>
            <a:chExt cx="3921760" cy="1995805"/>
          </a:xfrm>
        </p:grpSpPr>
        <p:pic>
          <p:nvPicPr>
            <p:cNvPr id="181" name="object 18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63893" y="1876983"/>
              <a:ext cx="123204" cy="54940"/>
            </a:xfrm>
            <a:prstGeom prst="rect">
              <a:avLst/>
            </a:prstGeom>
          </p:spPr>
        </p:pic>
        <p:pic>
          <p:nvPicPr>
            <p:cNvPr id="182" name="object 18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316479" y="2809532"/>
              <a:ext cx="1768983" cy="1062824"/>
            </a:xfrm>
            <a:prstGeom prst="rect">
              <a:avLst/>
            </a:prstGeom>
          </p:spPr>
        </p:pic>
        <p:sp>
          <p:nvSpPr>
            <p:cNvPr id="183" name="object 183"/>
            <p:cNvSpPr/>
            <p:nvPr/>
          </p:nvSpPr>
          <p:spPr>
            <a:xfrm>
              <a:off x="2312035" y="2814904"/>
              <a:ext cx="248285" cy="182245"/>
            </a:xfrm>
            <a:custGeom>
              <a:avLst/>
              <a:gdLst/>
              <a:ahLst/>
              <a:cxnLst/>
              <a:rect l="l" t="t" r="r" b="b"/>
              <a:pathLst>
                <a:path w="248285" h="182244">
                  <a:moveTo>
                    <a:pt x="248043" y="0"/>
                  </a:moveTo>
                  <a:lnTo>
                    <a:pt x="0" y="0"/>
                  </a:lnTo>
                  <a:lnTo>
                    <a:pt x="0" y="181914"/>
                  </a:lnTo>
                  <a:lnTo>
                    <a:pt x="248043" y="181914"/>
                  </a:lnTo>
                  <a:lnTo>
                    <a:pt x="2480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2312035" y="2814904"/>
              <a:ext cx="248285" cy="182245"/>
            </a:xfrm>
            <a:custGeom>
              <a:avLst/>
              <a:gdLst/>
              <a:ahLst/>
              <a:cxnLst/>
              <a:rect l="l" t="t" r="r" b="b"/>
              <a:pathLst>
                <a:path w="248285" h="182244">
                  <a:moveTo>
                    <a:pt x="0" y="181914"/>
                  </a:moveTo>
                  <a:lnTo>
                    <a:pt x="248043" y="181914"/>
                  </a:lnTo>
                  <a:lnTo>
                    <a:pt x="248043" y="0"/>
                  </a:lnTo>
                  <a:lnTo>
                    <a:pt x="0" y="0"/>
                  </a:lnTo>
                  <a:lnTo>
                    <a:pt x="0" y="181914"/>
                  </a:lnTo>
                  <a:close/>
                </a:path>
              </a:pathLst>
            </a:custGeom>
            <a:ln w="393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7" name="object 117"/>
          <p:cNvSpPr txBox="1"/>
          <p:nvPr/>
        </p:nvSpPr>
        <p:spPr>
          <a:xfrm>
            <a:off x="9211182" y="1866061"/>
            <a:ext cx="512445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b="1">
                <a:latin typeface="Calibri"/>
                <a:cs typeface="Calibri"/>
              </a:rPr>
              <a:t>foreign</a:t>
            </a:r>
            <a:r>
              <a:rPr dirty="0" sz="600" spc="20" b="1">
                <a:latin typeface="Calibri"/>
                <a:cs typeface="Calibri"/>
              </a:rPr>
              <a:t> </a:t>
            </a:r>
            <a:r>
              <a:rPr dirty="0" sz="600" spc="-10" b="1">
                <a:latin typeface="Calibri"/>
                <a:cs typeface="Calibri"/>
              </a:rPr>
              <a:t>objects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123" name="object 123"/>
          <p:cNvGrpSpPr/>
          <p:nvPr/>
        </p:nvGrpSpPr>
        <p:grpSpPr>
          <a:xfrm>
            <a:off x="8003476" y="2035708"/>
            <a:ext cx="955040" cy="685165"/>
            <a:chOff x="8003476" y="2035708"/>
            <a:chExt cx="955040" cy="685165"/>
          </a:xfrm>
        </p:grpSpPr>
        <p:pic>
          <p:nvPicPr>
            <p:cNvPr id="124" name="object 12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010017" y="2035708"/>
              <a:ext cx="936891" cy="592912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8738743" y="2062607"/>
              <a:ext cx="43180" cy="203835"/>
            </a:xfrm>
            <a:custGeom>
              <a:avLst/>
              <a:gdLst/>
              <a:ahLst/>
              <a:cxnLst/>
              <a:rect l="l" t="t" r="r" b="b"/>
              <a:pathLst>
                <a:path w="43179" h="203835">
                  <a:moveTo>
                    <a:pt x="30467" y="180195"/>
                  </a:moveTo>
                  <a:lnTo>
                    <a:pt x="19811" y="181990"/>
                  </a:lnTo>
                  <a:lnTo>
                    <a:pt x="35432" y="203326"/>
                  </a:lnTo>
                  <a:lnTo>
                    <a:pt x="41350" y="184022"/>
                  </a:lnTo>
                  <a:lnTo>
                    <a:pt x="31114" y="184022"/>
                  </a:lnTo>
                  <a:lnTo>
                    <a:pt x="30467" y="180195"/>
                  </a:lnTo>
                  <a:close/>
                </a:path>
                <a:path w="43179" h="203835">
                  <a:moveTo>
                    <a:pt x="32481" y="179856"/>
                  </a:moveTo>
                  <a:lnTo>
                    <a:pt x="30467" y="180195"/>
                  </a:lnTo>
                  <a:lnTo>
                    <a:pt x="31071" y="183768"/>
                  </a:lnTo>
                  <a:lnTo>
                    <a:pt x="31114" y="184022"/>
                  </a:lnTo>
                  <a:lnTo>
                    <a:pt x="33147" y="183768"/>
                  </a:lnTo>
                  <a:lnTo>
                    <a:pt x="32539" y="180195"/>
                  </a:lnTo>
                  <a:lnTo>
                    <a:pt x="32481" y="179856"/>
                  </a:lnTo>
                  <a:close/>
                </a:path>
                <a:path w="43179" h="203835">
                  <a:moveTo>
                    <a:pt x="43179" y="178053"/>
                  </a:moveTo>
                  <a:lnTo>
                    <a:pt x="32481" y="179856"/>
                  </a:lnTo>
                  <a:lnTo>
                    <a:pt x="33147" y="183768"/>
                  </a:lnTo>
                  <a:lnTo>
                    <a:pt x="31114" y="184022"/>
                  </a:lnTo>
                  <a:lnTo>
                    <a:pt x="41350" y="184022"/>
                  </a:lnTo>
                  <a:lnTo>
                    <a:pt x="43179" y="178053"/>
                  </a:lnTo>
                  <a:close/>
                </a:path>
                <a:path w="43179" h="203835">
                  <a:moveTo>
                    <a:pt x="1904" y="0"/>
                  </a:moveTo>
                  <a:lnTo>
                    <a:pt x="0" y="253"/>
                  </a:lnTo>
                  <a:lnTo>
                    <a:pt x="30409" y="179856"/>
                  </a:lnTo>
                  <a:lnTo>
                    <a:pt x="30467" y="180195"/>
                  </a:lnTo>
                  <a:lnTo>
                    <a:pt x="32481" y="179856"/>
                  </a:lnTo>
                  <a:lnTo>
                    <a:pt x="1948" y="253"/>
                  </a:lnTo>
                  <a:lnTo>
                    <a:pt x="190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8320913" y="2122411"/>
              <a:ext cx="587375" cy="330835"/>
            </a:xfrm>
            <a:custGeom>
              <a:avLst/>
              <a:gdLst/>
              <a:ahLst/>
              <a:cxnLst/>
              <a:rect l="l" t="t" r="r" b="b"/>
              <a:pathLst>
                <a:path w="587375" h="330835">
                  <a:moveTo>
                    <a:pt x="0" y="280047"/>
                  </a:moveTo>
                  <a:lnTo>
                    <a:pt x="304863" y="280047"/>
                  </a:lnTo>
                  <a:lnTo>
                    <a:pt x="304863" y="0"/>
                  </a:lnTo>
                  <a:lnTo>
                    <a:pt x="0" y="0"/>
                  </a:lnTo>
                  <a:lnTo>
                    <a:pt x="0" y="280047"/>
                  </a:lnTo>
                  <a:close/>
                </a:path>
                <a:path w="587375" h="330835">
                  <a:moveTo>
                    <a:pt x="319404" y="330720"/>
                  </a:moveTo>
                  <a:lnTo>
                    <a:pt x="587082" y="330720"/>
                  </a:lnTo>
                  <a:lnTo>
                    <a:pt x="587082" y="50673"/>
                  </a:lnTo>
                  <a:lnTo>
                    <a:pt x="319404" y="50673"/>
                  </a:lnTo>
                  <a:lnTo>
                    <a:pt x="319404" y="330720"/>
                  </a:lnTo>
                  <a:close/>
                </a:path>
              </a:pathLst>
            </a:custGeom>
            <a:ln w="393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8005699" y="2509519"/>
              <a:ext cx="950594" cy="208279"/>
            </a:xfrm>
            <a:custGeom>
              <a:avLst/>
              <a:gdLst/>
              <a:ahLst/>
              <a:cxnLst/>
              <a:rect l="l" t="t" r="r" b="b"/>
              <a:pathLst>
                <a:path w="950595" h="208280">
                  <a:moveTo>
                    <a:pt x="950087" y="0"/>
                  </a:moveTo>
                  <a:lnTo>
                    <a:pt x="0" y="0"/>
                  </a:lnTo>
                  <a:lnTo>
                    <a:pt x="0" y="109220"/>
                  </a:lnTo>
                  <a:lnTo>
                    <a:pt x="0" y="121920"/>
                  </a:lnTo>
                  <a:lnTo>
                    <a:pt x="0" y="208280"/>
                  </a:lnTo>
                  <a:lnTo>
                    <a:pt x="950087" y="208280"/>
                  </a:lnTo>
                  <a:lnTo>
                    <a:pt x="950087" y="121920"/>
                  </a:lnTo>
                  <a:lnTo>
                    <a:pt x="950087" y="109220"/>
                  </a:lnTo>
                  <a:lnTo>
                    <a:pt x="95008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8005699" y="2509139"/>
              <a:ext cx="950594" cy="209550"/>
            </a:xfrm>
            <a:custGeom>
              <a:avLst/>
              <a:gdLst/>
              <a:ahLst/>
              <a:cxnLst/>
              <a:rect l="l" t="t" r="r" b="b"/>
              <a:pathLst>
                <a:path w="950595" h="209550">
                  <a:moveTo>
                    <a:pt x="0" y="0"/>
                  </a:moveTo>
                  <a:lnTo>
                    <a:pt x="554227" y="0"/>
                  </a:lnTo>
                  <a:lnTo>
                    <a:pt x="791718" y="0"/>
                  </a:lnTo>
                  <a:lnTo>
                    <a:pt x="950086" y="0"/>
                  </a:lnTo>
                  <a:lnTo>
                    <a:pt x="950086" y="121920"/>
                  </a:lnTo>
                  <a:lnTo>
                    <a:pt x="950086" y="109600"/>
                  </a:lnTo>
                  <a:lnTo>
                    <a:pt x="950086" y="174116"/>
                  </a:lnTo>
                  <a:lnTo>
                    <a:pt x="950086" y="209041"/>
                  </a:lnTo>
                  <a:lnTo>
                    <a:pt x="791718" y="209041"/>
                  </a:lnTo>
                  <a:lnTo>
                    <a:pt x="554227" y="209041"/>
                  </a:lnTo>
                  <a:lnTo>
                    <a:pt x="0" y="209041"/>
                  </a:lnTo>
                  <a:lnTo>
                    <a:pt x="0" y="174116"/>
                  </a:lnTo>
                  <a:lnTo>
                    <a:pt x="0" y="121920"/>
                  </a:lnTo>
                  <a:lnTo>
                    <a:pt x="0" y="0"/>
                  </a:lnTo>
                  <a:close/>
                </a:path>
              </a:pathLst>
            </a:custGeom>
            <a:ln w="3937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9" name="object 129"/>
          <p:cNvSpPr txBox="1"/>
          <p:nvPr/>
        </p:nvSpPr>
        <p:spPr>
          <a:xfrm>
            <a:off x="8236457" y="2549448"/>
            <a:ext cx="492759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b="1">
                <a:latin typeface="Calibri"/>
                <a:cs typeface="Calibri"/>
              </a:rPr>
              <a:t>Scratch</a:t>
            </a:r>
            <a:r>
              <a:rPr dirty="0" sz="600" spc="10" b="1">
                <a:latin typeface="Calibri"/>
                <a:cs typeface="Calibri"/>
              </a:rPr>
              <a:t> </a:t>
            </a:r>
            <a:r>
              <a:rPr dirty="0" sz="600" b="1">
                <a:latin typeface="Calibri"/>
                <a:cs typeface="Calibri"/>
              </a:rPr>
              <a:t>+</a:t>
            </a:r>
            <a:r>
              <a:rPr dirty="0" sz="600" spc="10" b="1">
                <a:latin typeface="Calibri"/>
                <a:cs typeface="Calibri"/>
              </a:rPr>
              <a:t> </a:t>
            </a:r>
            <a:r>
              <a:rPr dirty="0" sz="600" spc="-10" b="1">
                <a:latin typeface="Calibri"/>
                <a:cs typeface="Calibri"/>
              </a:rPr>
              <a:t>dirty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130" name="object 130"/>
          <p:cNvGrpSpPr/>
          <p:nvPr/>
        </p:nvGrpSpPr>
        <p:grpSpPr>
          <a:xfrm>
            <a:off x="7998586" y="1332864"/>
            <a:ext cx="1952625" cy="1398905"/>
            <a:chOff x="7998586" y="1332864"/>
            <a:chExt cx="1952625" cy="1398905"/>
          </a:xfrm>
        </p:grpSpPr>
        <p:sp>
          <p:nvSpPr>
            <p:cNvPr id="131" name="object 131"/>
            <p:cNvSpPr/>
            <p:nvPr/>
          </p:nvSpPr>
          <p:spPr>
            <a:xfrm>
              <a:off x="8003031" y="1337309"/>
              <a:ext cx="1927225" cy="1390015"/>
            </a:xfrm>
            <a:custGeom>
              <a:avLst/>
              <a:gdLst/>
              <a:ahLst/>
              <a:cxnLst/>
              <a:rect l="l" t="t" r="r" b="b"/>
              <a:pathLst>
                <a:path w="1927225" h="1390014">
                  <a:moveTo>
                    <a:pt x="0" y="1389888"/>
                  </a:moveTo>
                  <a:lnTo>
                    <a:pt x="1926844" y="1389888"/>
                  </a:lnTo>
                  <a:lnTo>
                    <a:pt x="1926844" y="0"/>
                  </a:lnTo>
                  <a:lnTo>
                    <a:pt x="0" y="0"/>
                  </a:lnTo>
                  <a:lnTo>
                    <a:pt x="0" y="1389888"/>
                  </a:lnTo>
                  <a:close/>
                </a:path>
              </a:pathLst>
            </a:custGeom>
            <a:ln w="8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2" name="object 13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990075" y="2057399"/>
              <a:ext cx="960881" cy="473201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012047" y="2078520"/>
              <a:ext cx="903376" cy="416521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9006204" y="2072678"/>
              <a:ext cx="915669" cy="428625"/>
            </a:xfrm>
            <a:custGeom>
              <a:avLst/>
              <a:gdLst/>
              <a:ahLst/>
              <a:cxnLst/>
              <a:rect l="l" t="t" r="r" b="b"/>
              <a:pathLst>
                <a:path w="915670" h="428625">
                  <a:moveTo>
                    <a:pt x="0" y="428332"/>
                  </a:moveTo>
                  <a:lnTo>
                    <a:pt x="915187" y="428332"/>
                  </a:lnTo>
                  <a:lnTo>
                    <a:pt x="915187" y="0"/>
                  </a:lnTo>
                  <a:lnTo>
                    <a:pt x="0" y="0"/>
                  </a:lnTo>
                  <a:lnTo>
                    <a:pt x="0" y="428332"/>
                  </a:lnTo>
                  <a:close/>
                </a:path>
              </a:pathLst>
            </a:custGeom>
            <a:ln w="1181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9019286" y="2501823"/>
              <a:ext cx="875030" cy="209550"/>
            </a:xfrm>
            <a:custGeom>
              <a:avLst/>
              <a:gdLst/>
              <a:ahLst/>
              <a:cxnLst/>
              <a:rect l="l" t="t" r="r" b="b"/>
              <a:pathLst>
                <a:path w="875029" h="209550">
                  <a:moveTo>
                    <a:pt x="874471" y="0"/>
                  </a:moveTo>
                  <a:lnTo>
                    <a:pt x="0" y="0"/>
                  </a:lnTo>
                  <a:lnTo>
                    <a:pt x="0" y="209118"/>
                  </a:lnTo>
                  <a:lnTo>
                    <a:pt x="874471" y="209118"/>
                  </a:lnTo>
                  <a:lnTo>
                    <a:pt x="8744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9019286" y="2501823"/>
              <a:ext cx="875030" cy="209550"/>
            </a:xfrm>
            <a:custGeom>
              <a:avLst/>
              <a:gdLst/>
              <a:ahLst/>
              <a:cxnLst/>
              <a:rect l="l" t="t" r="r" b="b"/>
              <a:pathLst>
                <a:path w="875029" h="209550">
                  <a:moveTo>
                    <a:pt x="0" y="209118"/>
                  </a:moveTo>
                  <a:lnTo>
                    <a:pt x="874471" y="209118"/>
                  </a:lnTo>
                  <a:lnTo>
                    <a:pt x="874471" y="0"/>
                  </a:lnTo>
                  <a:lnTo>
                    <a:pt x="0" y="0"/>
                  </a:lnTo>
                  <a:lnTo>
                    <a:pt x="0" y="209118"/>
                  </a:lnTo>
                  <a:close/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7" name="object 137"/>
          <p:cNvSpPr txBox="1"/>
          <p:nvPr/>
        </p:nvSpPr>
        <p:spPr>
          <a:xfrm>
            <a:off x="9173718" y="2547899"/>
            <a:ext cx="570230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>
                <a:latin typeface="Calibri"/>
                <a:cs typeface="Calibri"/>
              </a:rPr>
              <a:t>Missing Gold </a:t>
            </a:r>
            <a:r>
              <a:rPr dirty="0" sz="550" spc="-10">
                <a:latin typeface="Calibri"/>
                <a:cs typeface="Calibri"/>
              </a:rPr>
              <a:t>Layer</a:t>
            </a:r>
            <a:endParaRPr sz="550">
              <a:latin typeface="Calibri"/>
              <a:cs typeface="Calibri"/>
            </a:endParaRPr>
          </a:p>
        </p:txBody>
      </p:sp>
      <p:sp>
        <p:nvSpPr>
          <p:cNvPr id="185" name="object 185"/>
          <p:cNvSpPr txBox="1"/>
          <p:nvPr/>
        </p:nvSpPr>
        <p:spPr>
          <a:xfrm>
            <a:off x="2362580" y="2848508"/>
            <a:ext cx="147320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25">
                <a:solidFill>
                  <a:srgbClr val="FF0000"/>
                </a:solidFill>
                <a:latin typeface="Times New Roman"/>
                <a:cs typeface="Times New Roman"/>
              </a:rPr>
              <a:t>H11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085713" y="2765844"/>
            <a:ext cx="245745" cy="184150"/>
          </a:xfrm>
          <a:prstGeom prst="rect">
            <a:avLst/>
          </a:prstGeom>
          <a:solidFill>
            <a:srgbClr val="FFFFFF"/>
          </a:solidFill>
          <a:ln w="5905">
            <a:solidFill>
              <a:srgbClr val="FF0000"/>
            </a:solidFill>
          </a:ln>
        </p:spPr>
        <p:txBody>
          <a:bodyPr wrap="square" lIns="0" tIns="5143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405"/>
              </a:spcBef>
            </a:pPr>
            <a:r>
              <a:rPr dirty="0" sz="500" spc="-25">
                <a:solidFill>
                  <a:srgbClr val="FF0000"/>
                </a:solidFill>
                <a:latin typeface="Times New Roman"/>
                <a:cs typeface="Times New Roman"/>
              </a:rPr>
              <a:t>H3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431658" y="2783420"/>
            <a:ext cx="556260" cy="21844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184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5"/>
              </a:spcBef>
            </a:pPr>
            <a:endParaRPr sz="400">
              <a:latin typeface="Times New Roman"/>
              <a:cs typeface="Times New Roman"/>
            </a:endParaRPr>
          </a:p>
          <a:p>
            <a:pPr marL="175895">
              <a:lnSpc>
                <a:spcPct val="100000"/>
              </a:lnSpc>
            </a:pPr>
            <a:r>
              <a:rPr dirty="0" sz="400" b="1">
                <a:latin typeface="Times New Roman"/>
                <a:cs typeface="Times New Roman"/>
              </a:rPr>
              <a:t>BOT</a:t>
            </a:r>
            <a:r>
              <a:rPr dirty="0" sz="400" spc="5" b="1">
                <a:latin typeface="Times New Roman"/>
                <a:cs typeface="Times New Roman"/>
              </a:rPr>
              <a:t> </a:t>
            </a:r>
            <a:r>
              <a:rPr dirty="0" sz="400" spc="-20" b="1">
                <a:latin typeface="Times New Roman"/>
                <a:cs typeface="Times New Roman"/>
              </a:rPr>
              <a:t>side</a:t>
            </a:r>
            <a:endParaRPr sz="400">
              <a:latin typeface="Times New Roman"/>
              <a:cs typeface="Times New Roman"/>
            </a:endParaRPr>
          </a:p>
        </p:txBody>
      </p:sp>
      <p:grpSp>
        <p:nvGrpSpPr>
          <p:cNvPr id="138" name="object 138"/>
          <p:cNvGrpSpPr/>
          <p:nvPr/>
        </p:nvGrpSpPr>
        <p:grpSpPr>
          <a:xfrm>
            <a:off x="8004429" y="2313025"/>
            <a:ext cx="1951989" cy="1673860"/>
            <a:chOff x="8004429" y="2313025"/>
            <a:chExt cx="1951989" cy="1673860"/>
          </a:xfrm>
        </p:grpSpPr>
        <p:sp>
          <p:nvSpPr>
            <p:cNvPr id="139" name="object 139"/>
            <p:cNvSpPr/>
            <p:nvPr/>
          </p:nvSpPr>
          <p:spPr>
            <a:xfrm>
              <a:off x="9350121" y="2315248"/>
              <a:ext cx="336550" cy="168910"/>
            </a:xfrm>
            <a:custGeom>
              <a:avLst/>
              <a:gdLst/>
              <a:ahLst/>
              <a:cxnLst/>
              <a:rect l="l" t="t" r="r" b="b"/>
              <a:pathLst>
                <a:path w="336550" h="168910">
                  <a:moveTo>
                    <a:pt x="0" y="168744"/>
                  </a:moveTo>
                  <a:lnTo>
                    <a:pt x="336016" y="168744"/>
                  </a:lnTo>
                  <a:lnTo>
                    <a:pt x="336016" y="0"/>
                  </a:lnTo>
                  <a:lnTo>
                    <a:pt x="0" y="0"/>
                  </a:lnTo>
                  <a:lnTo>
                    <a:pt x="0" y="168744"/>
                  </a:lnTo>
                  <a:close/>
                </a:path>
              </a:pathLst>
            </a:custGeom>
            <a:ln w="393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0" name="object 14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004429" y="2789085"/>
              <a:ext cx="1951583" cy="1197698"/>
            </a:xfrm>
            <a:prstGeom prst="rect">
              <a:avLst/>
            </a:prstGeom>
          </p:spPr>
        </p:pic>
      </p:grpSp>
      <p:grpSp>
        <p:nvGrpSpPr>
          <p:cNvPr id="144" name="object 144"/>
          <p:cNvGrpSpPr/>
          <p:nvPr/>
        </p:nvGrpSpPr>
        <p:grpSpPr>
          <a:xfrm>
            <a:off x="7996999" y="2771965"/>
            <a:ext cx="264795" cy="243204"/>
            <a:chOff x="7996999" y="2771965"/>
            <a:chExt cx="264795" cy="243204"/>
          </a:xfrm>
        </p:grpSpPr>
        <p:sp>
          <p:nvSpPr>
            <p:cNvPr id="145" name="object 145"/>
            <p:cNvSpPr/>
            <p:nvPr/>
          </p:nvSpPr>
          <p:spPr>
            <a:xfrm>
              <a:off x="7998586" y="2773552"/>
              <a:ext cx="261620" cy="240029"/>
            </a:xfrm>
            <a:custGeom>
              <a:avLst/>
              <a:gdLst/>
              <a:ahLst/>
              <a:cxnLst/>
              <a:rect l="l" t="t" r="r" b="b"/>
              <a:pathLst>
                <a:path w="261620" h="240030">
                  <a:moveTo>
                    <a:pt x="261251" y="0"/>
                  </a:moveTo>
                  <a:lnTo>
                    <a:pt x="0" y="0"/>
                  </a:lnTo>
                  <a:lnTo>
                    <a:pt x="0" y="239902"/>
                  </a:lnTo>
                  <a:lnTo>
                    <a:pt x="261251" y="239902"/>
                  </a:lnTo>
                  <a:lnTo>
                    <a:pt x="2612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7998586" y="2773552"/>
              <a:ext cx="261620" cy="240029"/>
            </a:xfrm>
            <a:custGeom>
              <a:avLst/>
              <a:gdLst/>
              <a:ahLst/>
              <a:cxnLst/>
              <a:rect l="l" t="t" r="r" b="b"/>
              <a:pathLst>
                <a:path w="261620" h="240030">
                  <a:moveTo>
                    <a:pt x="0" y="239902"/>
                  </a:moveTo>
                  <a:lnTo>
                    <a:pt x="261251" y="239902"/>
                  </a:lnTo>
                  <a:lnTo>
                    <a:pt x="261251" y="0"/>
                  </a:lnTo>
                  <a:lnTo>
                    <a:pt x="0" y="0"/>
                  </a:lnTo>
                  <a:lnTo>
                    <a:pt x="0" y="239902"/>
                  </a:lnTo>
                  <a:close/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7" name="object 147"/>
          <p:cNvSpPr txBox="1"/>
          <p:nvPr/>
        </p:nvSpPr>
        <p:spPr>
          <a:xfrm>
            <a:off x="7994829" y="2841447"/>
            <a:ext cx="264160" cy="100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8255">
              <a:lnSpc>
                <a:spcPct val="100000"/>
              </a:lnSpc>
              <a:spcBef>
                <a:spcPts val="95"/>
              </a:spcBef>
            </a:pPr>
            <a:r>
              <a:rPr dirty="0" sz="500" spc="-25">
                <a:solidFill>
                  <a:srgbClr val="FF0000"/>
                </a:solidFill>
                <a:latin typeface="Times New Roman"/>
                <a:cs typeface="Times New Roman"/>
              </a:rPr>
              <a:t>H4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8838310" y="2790837"/>
            <a:ext cx="161290" cy="243840"/>
          </a:xfrm>
          <a:prstGeom prst="rect">
            <a:avLst/>
          </a:prstGeom>
          <a:solidFill>
            <a:srgbClr val="92D050"/>
          </a:solidFill>
          <a:ln w="3175">
            <a:solidFill>
              <a:srgbClr val="FF0000"/>
            </a:solidFill>
          </a:ln>
        </p:spPr>
        <p:txBody>
          <a:bodyPr wrap="square" lIns="0" tIns="82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endParaRPr sz="500">
              <a:latin typeface="Times New Roman"/>
              <a:cs typeface="Times New Roman"/>
            </a:endParaRPr>
          </a:p>
          <a:p>
            <a:pPr marL="36830">
              <a:lnSpc>
                <a:spcPct val="100000"/>
              </a:lnSpc>
            </a:pPr>
            <a:r>
              <a:rPr dirty="0" sz="500" spc="-25">
                <a:latin typeface="Times New Roman"/>
                <a:cs typeface="Times New Roman"/>
              </a:rPr>
              <a:t>OK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42" name="object 142"/>
          <p:cNvSpPr/>
          <p:nvPr/>
        </p:nvSpPr>
        <p:spPr>
          <a:xfrm>
            <a:off x="9811131" y="2787307"/>
            <a:ext cx="151130" cy="224154"/>
          </a:xfrm>
          <a:custGeom>
            <a:avLst/>
            <a:gdLst/>
            <a:ahLst/>
            <a:cxnLst/>
            <a:rect l="l" t="t" r="r" b="b"/>
            <a:pathLst>
              <a:path w="151129" h="224155">
                <a:moveTo>
                  <a:pt x="0" y="223989"/>
                </a:moveTo>
                <a:lnTo>
                  <a:pt x="150761" y="223989"/>
                </a:lnTo>
                <a:lnTo>
                  <a:pt x="150761" y="0"/>
                </a:lnTo>
                <a:lnTo>
                  <a:pt x="0" y="0"/>
                </a:lnTo>
                <a:lnTo>
                  <a:pt x="0" y="223989"/>
                </a:lnTo>
                <a:close/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 txBox="1"/>
          <p:nvPr/>
        </p:nvSpPr>
        <p:spPr>
          <a:xfrm>
            <a:off x="9809654" y="2785830"/>
            <a:ext cx="154305" cy="227329"/>
          </a:xfrm>
          <a:prstGeom prst="rect">
            <a:avLst/>
          </a:prstGeom>
          <a:solidFill>
            <a:srgbClr val="FF00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 marL="33020">
              <a:lnSpc>
                <a:spcPct val="100000"/>
              </a:lnSpc>
            </a:pPr>
            <a:r>
              <a:rPr dirty="0" sz="500" spc="-25">
                <a:latin typeface="Times New Roman"/>
                <a:cs typeface="Times New Roman"/>
              </a:rPr>
              <a:t>NG</a:t>
            </a:r>
            <a:endParaRPr sz="500">
              <a:latin typeface="Times New Roman"/>
              <a:cs typeface="Times New Roman"/>
            </a:endParaRPr>
          </a:p>
        </p:txBody>
      </p:sp>
      <p:grpSp>
        <p:nvGrpSpPr>
          <p:cNvPr id="186" name="object 186"/>
          <p:cNvGrpSpPr/>
          <p:nvPr/>
        </p:nvGrpSpPr>
        <p:grpSpPr>
          <a:xfrm>
            <a:off x="3741546" y="4229518"/>
            <a:ext cx="2808605" cy="1460500"/>
            <a:chOff x="3741546" y="4229518"/>
            <a:chExt cx="2808605" cy="1460500"/>
          </a:xfrm>
        </p:grpSpPr>
        <p:pic>
          <p:nvPicPr>
            <p:cNvPr id="187" name="object 18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713185" y="4247387"/>
              <a:ext cx="939076" cy="625094"/>
            </a:xfrm>
            <a:prstGeom prst="rect">
              <a:avLst/>
            </a:prstGeom>
          </p:spPr>
        </p:pic>
        <p:pic>
          <p:nvPicPr>
            <p:cNvPr id="188" name="object 18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736210" y="4897805"/>
              <a:ext cx="835787" cy="773887"/>
            </a:xfrm>
            <a:prstGeom prst="rect">
              <a:avLst/>
            </a:prstGeom>
          </p:spPr>
        </p:pic>
        <p:pic>
          <p:nvPicPr>
            <p:cNvPr id="189" name="object 189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616320" y="4904981"/>
              <a:ext cx="933361" cy="784872"/>
            </a:xfrm>
            <a:prstGeom prst="rect">
              <a:avLst/>
            </a:prstGeom>
          </p:spPr>
        </p:pic>
        <p:pic>
          <p:nvPicPr>
            <p:cNvPr id="190" name="object 190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687059" y="4238472"/>
              <a:ext cx="834339" cy="631342"/>
            </a:xfrm>
            <a:prstGeom prst="rect">
              <a:avLst/>
            </a:prstGeom>
          </p:spPr>
        </p:pic>
        <p:pic>
          <p:nvPicPr>
            <p:cNvPr id="191" name="object 19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741546" y="4240910"/>
              <a:ext cx="949198" cy="1443608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226575" y="4780295"/>
              <a:ext cx="110077" cy="113379"/>
            </a:xfrm>
            <a:prstGeom prst="rect">
              <a:avLst/>
            </a:prstGeom>
          </p:spPr>
        </p:pic>
        <p:sp>
          <p:nvSpPr>
            <p:cNvPr id="193" name="object 193"/>
            <p:cNvSpPr/>
            <p:nvPr/>
          </p:nvSpPr>
          <p:spPr>
            <a:xfrm>
              <a:off x="4331080" y="4658486"/>
              <a:ext cx="880110" cy="184785"/>
            </a:xfrm>
            <a:custGeom>
              <a:avLst/>
              <a:gdLst/>
              <a:ahLst/>
              <a:cxnLst/>
              <a:rect l="l" t="t" r="r" b="b"/>
              <a:pathLst>
                <a:path w="880110" h="184785">
                  <a:moveTo>
                    <a:pt x="843689" y="11524"/>
                  </a:moveTo>
                  <a:lnTo>
                    <a:pt x="0" y="172719"/>
                  </a:lnTo>
                  <a:lnTo>
                    <a:pt x="2286" y="184276"/>
                  </a:lnTo>
                  <a:lnTo>
                    <a:pt x="845908" y="23220"/>
                  </a:lnTo>
                  <a:lnTo>
                    <a:pt x="843689" y="11524"/>
                  </a:lnTo>
                  <a:close/>
                </a:path>
                <a:path w="880110" h="184785">
                  <a:moveTo>
                    <a:pt x="878694" y="10413"/>
                  </a:moveTo>
                  <a:lnTo>
                    <a:pt x="849503" y="10413"/>
                  </a:lnTo>
                  <a:lnTo>
                    <a:pt x="851789" y="22098"/>
                  </a:lnTo>
                  <a:lnTo>
                    <a:pt x="845908" y="23220"/>
                  </a:lnTo>
                  <a:lnTo>
                    <a:pt x="848106" y="34798"/>
                  </a:lnTo>
                  <a:lnTo>
                    <a:pt x="879602" y="10668"/>
                  </a:lnTo>
                  <a:lnTo>
                    <a:pt x="878694" y="10413"/>
                  </a:lnTo>
                  <a:close/>
                </a:path>
                <a:path w="880110" h="184785">
                  <a:moveTo>
                    <a:pt x="849503" y="10413"/>
                  </a:moveTo>
                  <a:lnTo>
                    <a:pt x="843689" y="11524"/>
                  </a:lnTo>
                  <a:lnTo>
                    <a:pt x="845908" y="23220"/>
                  </a:lnTo>
                  <a:lnTo>
                    <a:pt x="851789" y="22098"/>
                  </a:lnTo>
                  <a:lnTo>
                    <a:pt x="849552" y="10668"/>
                  </a:lnTo>
                  <a:lnTo>
                    <a:pt x="849503" y="10413"/>
                  </a:lnTo>
                  <a:close/>
                </a:path>
                <a:path w="880110" h="184785">
                  <a:moveTo>
                    <a:pt x="841502" y="0"/>
                  </a:moveTo>
                  <a:lnTo>
                    <a:pt x="843689" y="11524"/>
                  </a:lnTo>
                  <a:lnTo>
                    <a:pt x="849503" y="10413"/>
                  </a:lnTo>
                  <a:lnTo>
                    <a:pt x="878694" y="10413"/>
                  </a:lnTo>
                  <a:lnTo>
                    <a:pt x="841502" y="0"/>
                  </a:lnTo>
                  <a:close/>
                </a:path>
              </a:pathLst>
            </a:custGeom>
            <a:solidFill>
              <a:srgbClr val="66FF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/>
            <p:cNvSpPr/>
            <p:nvPr/>
          </p:nvSpPr>
          <p:spPr>
            <a:xfrm>
              <a:off x="4336795" y="5099557"/>
              <a:ext cx="782320" cy="120014"/>
            </a:xfrm>
            <a:custGeom>
              <a:avLst/>
              <a:gdLst/>
              <a:ahLst/>
              <a:cxnLst/>
              <a:rect l="l" t="t" r="r" b="b"/>
              <a:pathLst>
                <a:path w="782320" h="120014">
                  <a:moveTo>
                    <a:pt x="748918" y="84328"/>
                  </a:moveTo>
                  <a:lnTo>
                    <a:pt x="747399" y="96022"/>
                  </a:lnTo>
                  <a:lnTo>
                    <a:pt x="753237" y="96774"/>
                  </a:lnTo>
                  <a:lnTo>
                    <a:pt x="751810" y="107832"/>
                  </a:lnTo>
                  <a:lnTo>
                    <a:pt x="751713" y="108585"/>
                  </a:lnTo>
                  <a:lnTo>
                    <a:pt x="745766" y="108585"/>
                  </a:lnTo>
                  <a:lnTo>
                    <a:pt x="744346" y="119507"/>
                  </a:lnTo>
                  <a:lnTo>
                    <a:pt x="775628" y="108585"/>
                  </a:lnTo>
                  <a:lnTo>
                    <a:pt x="751713" y="108585"/>
                  </a:lnTo>
                  <a:lnTo>
                    <a:pt x="745864" y="107832"/>
                  </a:lnTo>
                  <a:lnTo>
                    <a:pt x="777784" y="107832"/>
                  </a:lnTo>
                  <a:lnTo>
                    <a:pt x="781812" y="106426"/>
                  </a:lnTo>
                  <a:lnTo>
                    <a:pt x="748918" y="84328"/>
                  </a:lnTo>
                  <a:close/>
                </a:path>
                <a:path w="782320" h="120014">
                  <a:moveTo>
                    <a:pt x="747399" y="96022"/>
                  </a:moveTo>
                  <a:lnTo>
                    <a:pt x="745864" y="107832"/>
                  </a:lnTo>
                  <a:lnTo>
                    <a:pt x="751713" y="108585"/>
                  </a:lnTo>
                  <a:lnTo>
                    <a:pt x="753237" y="96774"/>
                  </a:lnTo>
                  <a:lnTo>
                    <a:pt x="747399" y="96022"/>
                  </a:lnTo>
                  <a:close/>
                </a:path>
                <a:path w="782320" h="120014">
                  <a:moveTo>
                    <a:pt x="1524" y="0"/>
                  </a:moveTo>
                  <a:lnTo>
                    <a:pt x="0" y="11811"/>
                  </a:lnTo>
                  <a:lnTo>
                    <a:pt x="745864" y="107832"/>
                  </a:lnTo>
                  <a:lnTo>
                    <a:pt x="747301" y="96774"/>
                  </a:lnTo>
                  <a:lnTo>
                    <a:pt x="747399" y="96022"/>
                  </a:lnTo>
                  <a:lnTo>
                    <a:pt x="152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5" name="object 19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243212" y="5051440"/>
              <a:ext cx="98774" cy="108045"/>
            </a:xfrm>
            <a:prstGeom prst="rect">
              <a:avLst/>
            </a:prstGeom>
          </p:spPr>
        </p:pic>
        <p:sp>
          <p:nvSpPr>
            <p:cNvPr id="196" name="object 196"/>
            <p:cNvSpPr/>
            <p:nvPr/>
          </p:nvSpPr>
          <p:spPr>
            <a:xfrm>
              <a:off x="5522467" y="4231106"/>
              <a:ext cx="285115" cy="137160"/>
            </a:xfrm>
            <a:custGeom>
              <a:avLst/>
              <a:gdLst/>
              <a:ahLst/>
              <a:cxnLst/>
              <a:rect l="l" t="t" r="r" b="b"/>
              <a:pathLst>
                <a:path w="285114" h="137160">
                  <a:moveTo>
                    <a:pt x="0" y="137058"/>
                  </a:moveTo>
                  <a:lnTo>
                    <a:pt x="284657" y="137058"/>
                  </a:lnTo>
                  <a:lnTo>
                    <a:pt x="284657" y="0"/>
                  </a:lnTo>
                  <a:lnTo>
                    <a:pt x="0" y="0"/>
                  </a:lnTo>
                  <a:lnTo>
                    <a:pt x="0" y="137058"/>
                  </a:lnTo>
                  <a:close/>
                </a:path>
              </a:pathLst>
            </a:custGeom>
            <a:ln w="3175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0" name="object 200"/>
          <p:cNvSpPr txBox="1"/>
          <p:nvPr/>
        </p:nvSpPr>
        <p:spPr>
          <a:xfrm>
            <a:off x="3751453" y="4247311"/>
            <a:ext cx="272415" cy="177165"/>
          </a:xfrm>
          <a:prstGeom prst="rect">
            <a:avLst/>
          </a:prstGeom>
          <a:solidFill>
            <a:srgbClr val="FFFFFF"/>
          </a:solidFill>
          <a:ln w="3175">
            <a:solidFill>
              <a:srgbClr val="FF0000"/>
            </a:solidFill>
          </a:ln>
        </p:spPr>
        <p:txBody>
          <a:bodyPr wrap="square" lIns="0" tIns="52069" rIns="0" bIns="0" rtlCol="0" vert="horz">
            <a:spAutoFit/>
          </a:bodyPr>
          <a:lstStyle/>
          <a:p>
            <a:pPr marL="74295">
              <a:lnSpc>
                <a:spcPct val="100000"/>
              </a:lnSpc>
              <a:spcBef>
                <a:spcPts val="409"/>
              </a:spcBef>
            </a:pPr>
            <a:r>
              <a:rPr dirty="0" sz="500" spc="-20">
                <a:solidFill>
                  <a:srgbClr val="FF0000"/>
                </a:solidFill>
                <a:latin typeface="Times New Roman"/>
                <a:cs typeface="Times New Roman"/>
              </a:rPr>
              <a:t>H5.2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97" name="object 197"/>
          <p:cNvSpPr txBox="1"/>
          <p:nvPr/>
        </p:nvSpPr>
        <p:spPr>
          <a:xfrm>
            <a:off x="5520991" y="4229630"/>
            <a:ext cx="287655" cy="140335"/>
          </a:xfrm>
          <a:prstGeom prst="rect">
            <a:avLst/>
          </a:prstGeom>
          <a:solidFill>
            <a:srgbClr val="00AF50"/>
          </a:solidFill>
        </p:spPr>
        <p:txBody>
          <a:bodyPr wrap="square" lIns="0" tIns="2984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235"/>
              </a:spcBef>
            </a:pPr>
            <a:r>
              <a:rPr dirty="0" sz="500" spc="-25">
                <a:latin typeface="Times New Roman"/>
                <a:cs typeface="Times New Roman"/>
              </a:rPr>
              <a:t>OK</a:t>
            </a:r>
            <a:endParaRPr sz="50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716393" y="4184650"/>
            <a:ext cx="1064895" cy="1475740"/>
            <a:chOff x="7716393" y="4184650"/>
            <a:chExt cx="1064895" cy="1475740"/>
          </a:xfrm>
        </p:grpSpPr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16393" y="4184650"/>
              <a:ext cx="1064386" cy="1475181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7951978" y="4827549"/>
              <a:ext cx="580390" cy="631825"/>
            </a:xfrm>
            <a:custGeom>
              <a:avLst/>
              <a:gdLst/>
              <a:ahLst/>
              <a:cxnLst/>
              <a:rect l="l" t="t" r="r" b="b"/>
              <a:pathLst>
                <a:path w="580390" h="631825">
                  <a:moveTo>
                    <a:pt x="13080" y="156057"/>
                  </a:moveTo>
                  <a:lnTo>
                    <a:pt x="580174" y="156057"/>
                  </a:lnTo>
                  <a:lnTo>
                    <a:pt x="580174" y="0"/>
                  </a:lnTo>
                  <a:lnTo>
                    <a:pt x="13080" y="0"/>
                  </a:lnTo>
                  <a:lnTo>
                    <a:pt x="13080" y="156057"/>
                  </a:lnTo>
                  <a:close/>
                </a:path>
                <a:path w="580390" h="631825">
                  <a:moveTo>
                    <a:pt x="0" y="631672"/>
                  </a:moveTo>
                  <a:lnTo>
                    <a:pt x="567093" y="631672"/>
                  </a:lnTo>
                  <a:lnTo>
                    <a:pt x="567093" y="475615"/>
                  </a:lnTo>
                  <a:lnTo>
                    <a:pt x="0" y="475615"/>
                  </a:lnTo>
                  <a:lnTo>
                    <a:pt x="0" y="631672"/>
                  </a:lnTo>
                  <a:close/>
                </a:path>
              </a:pathLst>
            </a:custGeom>
            <a:ln w="1181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8021828" y="4281335"/>
              <a:ext cx="458470" cy="197485"/>
            </a:xfrm>
            <a:custGeom>
              <a:avLst/>
              <a:gdLst/>
              <a:ahLst/>
              <a:cxnLst/>
              <a:rect l="l" t="t" r="r" b="b"/>
              <a:pathLst>
                <a:path w="458470" h="197485">
                  <a:moveTo>
                    <a:pt x="0" y="196938"/>
                  </a:moveTo>
                  <a:lnTo>
                    <a:pt x="458038" y="196938"/>
                  </a:lnTo>
                  <a:lnTo>
                    <a:pt x="458038" y="0"/>
                  </a:lnTo>
                  <a:lnTo>
                    <a:pt x="0" y="0"/>
                  </a:lnTo>
                  <a:lnTo>
                    <a:pt x="0" y="196938"/>
                  </a:lnTo>
                  <a:close/>
                </a:path>
              </a:pathLst>
            </a:custGeom>
            <a:ln w="17716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8609584" y="4188447"/>
              <a:ext cx="170180" cy="135890"/>
            </a:xfrm>
            <a:custGeom>
              <a:avLst/>
              <a:gdLst/>
              <a:ahLst/>
              <a:cxnLst/>
              <a:rect l="l" t="t" r="r" b="b"/>
              <a:pathLst>
                <a:path w="170179" h="135889">
                  <a:moveTo>
                    <a:pt x="0" y="135394"/>
                  </a:moveTo>
                  <a:lnTo>
                    <a:pt x="169938" y="135394"/>
                  </a:lnTo>
                  <a:lnTo>
                    <a:pt x="169938" y="0"/>
                  </a:lnTo>
                  <a:lnTo>
                    <a:pt x="0" y="0"/>
                  </a:lnTo>
                  <a:lnTo>
                    <a:pt x="0" y="135394"/>
                  </a:lnTo>
                  <a:close/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" name="object 47"/>
          <p:cNvGrpSpPr/>
          <p:nvPr/>
        </p:nvGrpSpPr>
        <p:grpSpPr>
          <a:xfrm>
            <a:off x="6611493" y="4171162"/>
            <a:ext cx="1283970" cy="1497965"/>
            <a:chOff x="6611493" y="4171162"/>
            <a:chExt cx="1283970" cy="1497965"/>
          </a:xfrm>
        </p:grpSpPr>
        <p:pic>
          <p:nvPicPr>
            <p:cNvPr id="48" name="object 4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13398" y="4907546"/>
              <a:ext cx="1122768" cy="761098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13779" y="4175620"/>
              <a:ext cx="1107960" cy="742327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639306" y="4332465"/>
              <a:ext cx="961390" cy="394335"/>
            </a:xfrm>
            <a:custGeom>
              <a:avLst/>
              <a:gdLst/>
              <a:ahLst/>
              <a:cxnLst/>
              <a:rect l="l" t="t" r="r" b="b"/>
              <a:pathLst>
                <a:path w="961390" h="394335">
                  <a:moveTo>
                    <a:pt x="0" y="393712"/>
                  </a:moveTo>
                  <a:lnTo>
                    <a:pt x="960996" y="393712"/>
                  </a:lnTo>
                  <a:lnTo>
                    <a:pt x="960996" y="0"/>
                  </a:lnTo>
                  <a:lnTo>
                    <a:pt x="0" y="0"/>
                  </a:lnTo>
                  <a:lnTo>
                    <a:pt x="0" y="393712"/>
                  </a:lnTo>
                  <a:close/>
                </a:path>
              </a:pathLst>
            </a:custGeom>
            <a:ln w="23622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6620383" y="5094973"/>
              <a:ext cx="1036319" cy="495300"/>
            </a:xfrm>
            <a:custGeom>
              <a:avLst/>
              <a:gdLst/>
              <a:ahLst/>
              <a:cxnLst/>
              <a:rect l="l" t="t" r="r" b="b"/>
              <a:pathLst>
                <a:path w="1036320" h="495300">
                  <a:moveTo>
                    <a:pt x="0" y="495185"/>
                  </a:moveTo>
                  <a:lnTo>
                    <a:pt x="1036180" y="495185"/>
                  </a:lnTo>
                  <a:lnTo>
                    <a:pt x="1036180" y="0"/>
                  </a:lnTo>
                  <a:lnTo>
                    <a:pt x="0" y="0"/>
                  </a:lnTo>
                  <a:lnTo>
                    <a:pt x="0" y="495185"/>
                  </a:lnTo>
                  <a:close/>
                </a:path>
              </a:pathLst>
            </a:custGeom>
            <a:ln w="1771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7658989" y="4172749"/>
              <a:ext cx="234950" cy="207010"/>
            </a:xfrm>
            <a:custGeom>
              <a:avLst/>
              <a:gdLst/>
              <a:ahLst/>
              <a:cxnLst/>
              <a:rect l="l" t="t" r="r" b="b"/>
              <a:pathLst>
                <a:path w="234950" h="207010">
                  <a:moveTo>
                    <a:pt x="234492" y="0"/>
                  </a:moveTo>
                  <a:lnTo>
                    <a:pt x="0" y="0"/>
                  </a:lnTo>
                  <a:lnTo>
                    <a:pt x="0" y="206590"/>
                  </a:lnTo>
                  <a:lnTo>
                    <a:pt x="234492" y="206590"/>
                  </a:lnTo>
                  <a:lnTo>
                    <a:pt x="2344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7658989" y="4172749"/>
              <a:ext cx="234950" cy="207010"/>
            </a:xfrm>
            <a:custGeom>
              <a:avLst/>
              <a:gdLst/>
              <a:ahLst/>
              <a:cxnLst/>
              <a:rect l="l" t="t" r="r" b="b"/>
              <a:pathLst>
                <a:path w="234950" h="207010">
                  <a:moveTo>
                    <a:pt x="0" y="206590"/>
                  </a:moveTo>
                  <a:lnTo>
                    <a:pt x="234492" y="206590"/>
                  </a:lnTo>
                  <a:lnTo>
                    <a:pt x="234492" y="0"/>
                  </a:lnTo>
                  <a:lnTo>
                    <a:pt x="0" y="0"/>
                  </a:lnTo>
                  <a:lnTo>
                    <a:pt x="0" y="206590"/>
                  </a:lnTo>
                  <a:close/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 txBox="1"/>
          <p:nvPr/>
        </p:nvSpPr>
        <p:spPr>
          <a:xfrm>
            <a:off x="7703057" y="4223664"/>
            <a:ext cx="14986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20">
                <a:solidFill>
                  <a:srgbClr val="FF0000"/>
                </a:solidFill>
                <a:latin typeface="Times New Roman"/>
                <a:cs typeface="Times New Roman"/>
              </a:rPr>
              <a:t>H5.1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611060" y="4209494"/>
            <a:ext cx="167640" cy="113030"/>
          </a:xfrm>
          <a:prstGeom prst="rect">
            <a:avLst/>
          </a:prstGeom>
          <a:solidFill>
            <a:srgbClr val="92D050"/>
          </a:solidFill>
        </p:spPr>
        <p:txBody>
          <a:bodyPr wrap="square" lIns="0" tIns="6350" rIns="0" bIns="0" rtlCol="0" vert="horz">
            <a:spAutoFit/>
          </a:bodyPr>
          <a:lstStyle/>
          <a:p>
            <a:pPr marL="40005">
              <a:lnSpc>
                <a:spcPct val="100000"/>
              </a:lnSpc>
              <a:spcBef>
                <a:spcPts val="50"/>
              </a:spcBef>
            </a:pPr>
            <a:r>
              <a:rPr dirty="0" sz="500" spc="-25">
                <a:latin typeface="Times New Roman"/>
                <a:cs typeface="Times New Roman"/>
              </a:rPr>
              <a:t>OK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8588882" y="5102529"/>
            <a:ext cx="178435" cy="155575"/>
          </a:xfrm>
          <a:custGeom>
            <a:avLst/>
            <a:gdLst/>
            <a:ahLst/>
            <a:cxnLst/>
            <a:rect l="l" t="t" r="r" b="b"/>
            <a:pathLst>
              <a:path w="178434" h="155575">
                <a:moveTo>
                  <a:pt x="0" y="155524"/>
                </a:moveTo>
                <a:lnTo>
                  <a:pt x="177812" y="155524"/>
                </a:lnTo>
                <a:lnTo>
                  <a:pt x="177812" y="0"/>
                </a:lnTo>
                <a:lnTo>
                  <a:pt x="0" y="0"/>
                </a:lnTo>
                <a:lnTo>
                  <a:pt x="0" y="155524"/>
                </a:lnTo>
                <a:close/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8587406" y="5101053"/>
            <a:ext cx="180975" cy="158750"/>
          </a:xfrm>
          <a:prstGeom prst="rect">
            <a:avLst/>
          </a:prstGeom>
          <a:solidFill>
            <a:srgbClr val="FF0000"/>
          </a:solidFill>
        </p:spPr>
        <p:txBody>
          <a:bodyPr wrap="square" lIns="0" tIns="39370" rIns="0" bIns="0" rtlCol="0" vert="horz">
            <a:spAutoFit/>
          </a:bodyPr>
          <a:lstStyle/>
          <a:p>
            <a:pPr marL="46355">
              <a:lnSpc>
                <a:spcPct val="100000"/>
              </a:lnSpc>
              <a:spcBef>
                <a:spcPts val="310"/>
              </a:spcBef>
            </a:pPr>
            <a:r>
              <a:rPr dirty="0" sz="500" spc="-25">
                <a:latin typeface="Times New Roman"/>
                <a:cs typeface="Times New Roman"/>
              </a:rPr>
              <a:t>NG</a:t>
            </a:r>
            <a:endParaRPr sz="5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8778493" y="4195940"/>
            <a:ext cx="1153160" cy="1402080"/>
            <a:chOff x="8778493" y="4195940"/>
            <a:chExt cx="1153160" cy="1402080"/>
          </a:xfrm>
        </p:grpSpPr>
        <p:pic>
          <p:nvPicPr>
            <p:cNvPr id="56" name="object 5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15069" y="4267200"/>
              <a:ext cx="582790" cy="1278382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8782938" y="4208018"/>
              <a:ext cx="1128395" cy="1384935"/>
            </a:xfrm>
            <a:custGeom>
              <a:avLst/>
              <a:gdLst/>
              <a:ahLst/>
              <a:cxnLst/>
              <a:rect l="l" t="t" r="r" b="b"/>
              <a:pathLst>
                <a:path w="1128395" h="1384935">
                  <a:moveTo>
                    <a:pt x="0" y="1384935"/>
                  </a:moveTo>
                  <a:lnTo>
                    <a:pt x="1128153" y="1384935"/>
                  </a:lnTo>
                  <a:lnTo>
                    <a:pt x="1128153" y="0"/>
                  </a:lnTo>
                  <a:lnTo>
                    <a:pt x="0" y="0"/>
                  </a:lnTo>
                  <a:lnTo>
                    <a:pt x="0" y="1384935"/>
                  </a:lnTo>
                  <a:close/>
                </a:path>
              </a:pathLst>
            </a:custGeom>
            <a:ln w="8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11969" y="4287012"/>
              <a:ext cx="483336" cy="1281176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9076816" y="4777003"/>
              <a:ext cx="231775" cy="441325"/>
            </a:xfrm>
            <a:custGeom>
              <a:avLst/>
              <a:gdLst/>
              <a:ahLst/>
              <a:cxnLst/>
              <a:rect l="l" t="t" r="r" b="b"/>
              <a:pathLst>
                <a:path w="231775" h="441325">
                  <a:moveTo>
                    <a:pt x="0" y="440918"/>
                  </a:moveTo>
                  <a:lnTo>
                    <a:pt x="231305" y="440918"/>
                  </a:lnTo>
                  <a:lnTo>
                    <a:pt x="231305" y="0"/>
                  </a:lnTo>
                  <a:lnTo>
                    <a:pt x="0" y="0"/>
                  </a:lnTo>
                  <a:lnTo>
                    <a:pt x="0" y="440918"/>
                  </a:lnTo>
                  <a:close/>
                </a:path>
              </a:pathLst>
            </a:custGeom>
            <a:ln w="393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9614661" y="4197527"/>
              <a:ext cx="315595" cy="229235"/>
            </a:xfrm>
            <a:custGeom>
              <a:avLst/>
              <a:gdLst/>
              <a:ahLst/>
              <a:cxnLst/>
              <a:rect l="l" t="t" r="r" b="b"/>
              <a:pathLst>
                <a:path w="315595" h="229235">
                  <a:moveTo>
                    <a:pt x="315214" y="0"/>
                  </a:moveTo>
                  <a:lnTo>
                    <a:pt x="0" y="0"/>
                  </a:lnTo>
                  <a:lnTo>
                    <a:pt x="0" y="229184"/>
                  </a:lnTo>
                  <a:lnTo>
                    <a:pt x="315214" y="229184"/>
                  </a:lnTo>
                  <a:lnTo>
                    <a:pt x="3152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9614661" y="4197527"/>
              <a:ext cx="315595" cy="229235"/>
            </a:xfrm>
            <a:custGeom>
              <a:avLst/>
              <a:gdLst/>
              <a:ahLst/>
              <a:cxnLst/>
              <a:rect l="l" t="t" r="r" b="b"/>
              <a:pathLst>
                <a:path w="315595" h="229235">
                  <a:moveTo>
                    <a:pt x="0" y="229184"/>
                  </a:moveTo>
                  <a:lnTo>
                    <a:pt x="315214" y="229184"/>
                  </a:lnTo>
                  <a:lnTo>
                    <a:pt x="315214" y="0"/>
                  </a:lnTo>
                  <a:lnTo>
                    <a:pt x="0" y="0"/>
                  </a:lnTo>
                  <a:lnTo>
                    <a:pt x="0" y="229184"/>
                  </a:lnTo>
                  <a:close/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3" name="object 63"/>
          <p:cNvGrpSpPr/>
          <p:nvPr/>
        </p:nvGrpSpPr>
        <p:grpSpPr>
          <a:xfrm>
            <a:off x="8592057" y="4219892"/>
            <a:ext cx="456565" cy="631825"/>
            <a:chOff x="8592057" y="4219892"/>
            <a:chExt cx="456565" cy="631825"/>
          </a:xfrm>
        </p:grpSpPr>
        <p:sp>
          <p:nvSpPr>
            <p:cNvPr id="64" name="object 64"/>
            <p:cNvSpPr/>
            <p:nvPr/>
          </p:nvSpPr>
          <p:spPr>
            <a:xfrm>
              <a:off x="8592057" y="4409566"/>
              <a:ext cx="425450" cy="441959"/>
            </a:xfrm>
            <a:custGeom>
              <a:avLst/>
              <a:gdLst/>
              <a:ahLst/>
              <a:cxnLst/>
              <a:rect l="l" t="t" r="r" b="b"/>
              <a:pathLst>
                <a:path w="425450" h="441960">
                  <a:moveTo>
                    <a:pt x="403667" y="425643"/>
                  </a:moveTo>
                  <a:lnTo>
                    <a:pt x="397256" y="431800"/>
                  </a:lnTo>
                  <a:lnTo>
                    <a:pt x="425323" y="441706"/>
                  </a:lnTo>
                  <a:lnTo>
                    <a:pt x="421296" y="428879"/>
                  </a:lnTo>
                  <a:lnTo>
                    <a:pt x="406781" y="428879"/>
                  </a:lnTo>
                  <a:lnTo>
                    <a:pt x="403667" y="425643"/>
                  </a:lnTo>
                  <a:close/>
                </a:path>
                <a:path w="425450" h="441960">
                  <a:moveTo>
                    <a:pt x="410079" y="419485"/>
                  </a:moveTo>
                  <a:lnTo>
                    <a:pt x="403667" y="425643"/>
                  </a:lnTo>
                  <a:lnTo>
                    <a:pt x="406781" y="428879"/>
                  </a:lnTo>
                  <a:lnTo>
                    <a:pt x="413131" y="422656"/>
                  </a:lnTo>
                  <a:lnTo>
                    <a:pt x="410079" y="419485"/>
                  </a:lnTo>
                  <a:close/>
                </a:path>
                <a:path w="425450" h="441960">
                  <a:moveTo>
                    <a:pt x="416433" y="413385"/>
                  </a:moveTo>
                  <a:lnTo>
                    <a:pt x="410079" y="419485"/>
                  </a:lnTo>
                  <a:lnTo>
                    <a:pt x="413131" y="422656"/>
                  </a:lnTo>
                  <a:lnTo>
                    <a:pt x="406781" y="428879"/>
                  </a:lnTo>
                  <a:lnTo>
                    <a:pt x="421296" y="428879"/>
                  </a:lnTo>
                  <a:lnTo>
                    <a:pt x="416433" y="413385"/>
                  </a:lnTo>
                  <a:close/>
                </a:path>
                <a:path w="425450" h="441960">
                  <a:moveTo>
                    <a:pt x="6350" y="0"/>
                  </a:moveTo>
                  <a:lnTo>
                    <a:pt x="0" y="6096"/>
                  </a:lnTo>
                  <a:lnTo>
                    <a:pt x="403667" y="425643"/>
                  </a:lnTo>
                  <a:lnTo>
                    <a:pt x="410079" y="419485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8802877" y="4221479"/>
              <a:ext cx="244475" cy="287655"/>
            </a:xfrm>
            <a:custGeom>
              <a:avLst/>
              <a:gdLst/>
              <a:ahLst/>
              <a:cxnLst/>
              <a:rect l="l" t="t" r="r" b="b"/>
              <a:pathLst>
                <a:path w="244475" h="287654">
                  <a:moveTo>
                    <a:pt x="0" y="287147"/>
                  </a:moveTo>
                  <a:lnTo>
                    <a:pt x="244119" y="287147"/>
                  </a:lnTo>
                  <a:lnTo>
                    <a:pt x="244119" y="0"/>
                  </a:lnTo>
                  <a:lnTo>
                    <a:pt x="0" y="0"/>
                  </a:lnTo>
                  <a:lnTo>
                    <a:pt x="0" y="287147"/>
                  </a:lnTo>
                  <a:close/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/>
          <p:cNvSpPr txBox="1"/>
          <p:nvPr/>
        </p:nvSpPr>
        <p:spPr>
          <a:xfrm>
            <a:off x="8787368" y="4212447"/>
            <a:ext cx="261620" cy="297815"/>
          </a:xfrm>
          <a:prstGeom prst="rect">
            <a:avLst/>
          </a:prstGeom>
          <a:solidFill>
            <a:srgbClr val="FF00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00">
              <a:latin typeface="Times New Roman"/>
              <a:cs typeface="Times New Roman"/>
            </a:endParaRPr>
          </a:p>
          <a:p>
            <a:pPr marL="102235">
              <a:lnSpc>
                <a:spcPct val="100000"/>
              </a:lnSpc>
              <a:spcBef>
                <a:spcPts val="5"/>
              </a:spcBef>
            </a:pPr>
            <a:r>
              <a:rPr dirty="0" sz="400" spc="-25">
                <a:solidFill>
                  <a:srgbClr val="FFFFFF"/>
                </a:solidFill>
                <a:latin typeface="Times New Roman"/>
                <a:cs typeface="Times New Roman"/>
              </a:rPr>
              <a:t>NG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616138" y="4212447"/>
            <a:ext cx="290830" cy="21336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3500" rIns="0" bIns="0" rtlCol="0" vert="horz">
            <a:spAutoFit/>
          </a:bodyPr>
          <a:lstStyle/>
          <a:p>
            <a:pPr marL="119380">
              <a:lnSpc>
                <a:spcPct val="100000"/>
              </a:lnSpc>
              <a:spcBef>
                <a:spcPts val="500"/>
              </a:spcBef>
            </a:pPr>
            <a:r>
              <a:rPr dirty="0" sz="500" spc="-25">
                <a:solidFill>
                  <a:srgbClr val="FF0000"/>
                </a:solidFill>
                <a:latin typeface="Times New Roman"/>
                <a:cs typeface="Times New Roman"/>
              </a:rPr>
              <a:t>H5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98" name="object 198"/>
          <p:cNvSpPr/>
          <p:nvPr/>
        </p:nvSpPr>
        <p:spPr>
          <a:xfrm>
            <a:off x="5443982" y="5516740"/>
            <a:ext cx="288925" cy="162560"/>
          </a:xfrm>
          <a:custGeom>
            <a:avLst/>
            <a:gdLst/>
            <a:ahLst/>
            <a:cxnLst/>
            <a:rect l="l" t="t" r="r" b="b"/>
            <a:pathLst>
              <a:path w="288925" h="162560">
                <a:moveTo>
                  <a:pt x="0" y="162064"/>
                </a:moveTo>
                <a:lnTo>
                  <a:pt x="288391" y="162064"/>
                </a:lnTo>
                <a:lnTo>
                  <a:pt x="288391" y="0"/>
                </a:lnTo>
                <a:lnTo>
                  <a:pt x="0" y="0"/>
                </a:lnTo>
                <a:lnTo>
                  <a:pt x="0" y="162064"/>
                </a:lnTo>
                <a:close/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 txBox="1"/>
          <p:nvPr/>
        </p:nvSpPr>
        <p:spPr>
          <a:xfrm>
            <a:off x="5442505" y="5515263"/>
            <a:ext cx="291465" cy="165100"/>
          </a:xfrm>
          <a:prstGeom prst="rect">
            <a:avLst/>
          </a:prstGeom>
          <a:solidFill>
            <a:srgbClr val="FF0000"/>
          </a:solidFill>
        </p:spPr>
        <p:txBody>
          <a:bodyPr wrap="square" lIns="0" tIns="4254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335"/>
              </a:spcBef>
            </a:pPr>
            <a:r>
              <a:rPr dirty="0" sz="500" spc="-25">
                <a:latin typeface="Times New Roman"/>
                <a:cs typeface="Times New Roman"/>
              </a:rPr>
              <a:t>NG</a:t>
            </a:r>
            <a:endParaRPr sz="500">
              <a:latin typeface="Times New Roman"/>
              <a:cs typeface="Times New Roman"/>
            </a:endParaRPr>
          </a:p>
        </p:txBody>
      </p:sp>
      <p:grpSp>
        <p:nvGrpSpPr>
          <p:cNvPr id="201" name="object 201"/>
          <p:cNvGrpSpPr/>
          <p:nvPr/>
        </p:nvGrpSpPr>
        <p:grpSpPr>
          <a:xfrm>
            <a:off x="4149090" y="2748356"/>
            <a:ext cx="2327275" cy="2786380"/>
            <a:chOff x="4149090" y="2748356"/>
            <a:chExt cx="2327275" cy="2786380"/>
          </a:xfrm>
        </p:grpSpPr>
        <p:sp>
          <p:nvSpPr>
            <p:cNvPr id="202" name="object 202"/>
            <p:cNvSpPr/>
            <p:nvPr/>
          </p:nvSpPr>
          <p:spPr>
            <a:xfrm>
              <a:off x="6024118" y="4346956"/>
              <a:ext cx="447675" cy="477520"/>
            </a:xfrm>
            <a:custGeom>
              <a:avLst/>
              <a:gdLst/>
              <a:ahLst/>
              <a:cxnLst/>
              <a:rect l="l" t="t" r="r" b="b"/>
              <a:pathLst>
                <a:path w="447675" h="477520">
                  <a:moveTo>
                    <a:pt x="0" y="238633"/>
                  </a:moveTo>
                  <a:lnTo>
                    <a:pt x="4546" y="190530"/>
                  </a:lnTo>
                  <a:lnTo>
                    <a:pt x="17587" y="145732"/>
                  </a:lnTo>
                  <a:lnTo>
                    <a:pt x="38221" y="105196"/>
                  </a:lnTo>
                  <a:lnTo>
                    <a:pt x="65547" y="69881"/>
                  </a:lnTo>
                  <a:lnTo>
                    <a:pt x="98666" y="40746"/>
                  </a:lnTo>
                  <a:lnTo>
                    <a:pt x="136677" y="18748"/>
                  </a:lnTo>
                  <a:lnTo>
                    <a:pt x="178680" y="4846"/>
                  </a:lnTo>
                  <a:lnTo>
                    <a:pt x="223774" y="0"/>
                  </a:lnTo>
                  <a:lnTo>
                    <a:pt x="268862" y="4846"/>
                  </a:lnTo>
                  <a:lnTo>
                    <a:pt x="310850" y="18748"/>
                  </a:lnTo>
                  <a:lnTo>
                    <a:pt x="348840" y="40746"/>
                  </a:lnTo>
                  <a:lnTo>
                    <a:pt x="381936" y="69881"/>
                  </a:lnTo>
                  <a:lnTo>
                    <a:pt x="409239" y="105196"/>
                  </a:lnTo>
                  <a:lnTo>
                    <a:pt x="429853" y="145732"/>
                  </a:lnTo>
                  <a:lnTo>
                    <a:pt x="442879" y="190530"/>
                  </a:lnTo>
                  <a:lnTo>
                    <a:pt x="447421" y="238633"/>
                  </a:lnTo>
                  <a:lnTo>
                    <a:pt x="442879" y="286693"/>
                  </a:lnTo>
                  <a:lnTo>
                    <a:pt x="429853" y="331460"/>
                  </a:lnTo>
                  <a:lnTo>
                    <a:pt x="409239" y="371973"/>
                  </a:lnTo>
                  <a:lnTo>
                    <a:pt x="381936" y="407273"/>
                  </a:lnTo>
                  <a:lnTo>
                    <a:pt x="348840" y="436399"/>
                  </a:lnTo>
                  <a:lnTo>
                    <a:pt x="310850" y="458392"/>
                  </a:lnTo>
                  <a:lnTo>
                    <a:pt x="268862" y="472292"/>
                  </a:lnTo>
                  <a:lnTo>
                    <a:pt x="223774" y="477139"/>
                  </a:lnTo>
                  <a:lnTo>
                    <a:pt x="178680" y="472292"/>
                  </a:lnTo>
                  <a:lnTo>
                    <a:pt x="136677" y="458392"/>
                  </a:lnTo>
                  <a:lnTo>
                    <a:pt x="98666" y="436399"/>
                  </a:lnTo>
                  <a:lnTo>
                    <a:pt x="65547" y="407273"/>
                  </a:lnTo>
                  <a:lnTo>
                    <a:pt x="38221" y="371973"/>
                  </a:lnTo>
                  <a:lnTo>
                    <a:pt x="17587" y="331460"/>
                  </a:lnTo>
                  <a:lnTo>
                    <a:pt x="4546" y="286693"/>
                  </a:lnTo>
                  <a:lnTo>
                    <a:pt x="0" y="238633"/>
                  </a:lnTo>
                  <a:close/>
                </a:path>
              </a:pathLst>
            </a:custGeom>
            <a:ln w="8858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/>
            <p:cNvSpPr/>
            <p:nvPr/>
          </p:nvSpPr>
          <p:spPr>
            <a:xfrm>
              <a:off x="5956427" y="4982591"/>
              <a:ext cx="494030" cy="548005"/>
            </a:xfrm>
            <a:custGeom>
              <a:avLst/>
              <a:gdLst/>
              <a:ahLst/>
              <a:cxnLst/>
              <a:rect l="l" t="t" r="r" b="b"/>
              <a:pathLst>
                <a:path w="494029" h="548004">
                  <a:moveTo>
                    <a:pt x="0" y="273811"/>
                  </a:moveTo>
                  <a:lnTo>
                    <a:pt x="3980" y="224584"/>
                  </a:lnTo>
                  <a:lnTo>
                    <a:pt x="15455" y="178256"/>
                  </a:lnTo>
                  <a:lnTo>
                    <a:pt x="33725" y="135598"/>
                  </a:lnTo>
                  <a:lnTo>
                    <a:pt x="58091" y="97384"/>
                  </a:lnTo>
                  <a:lnTo>
                    <a:pt x="87854" y="64385"/>
                  </a:lnTo>
                  <a:lnTo>
                    <a:pt x="122315" y="37375"/>
                  </a:lnTo>
                  <a:lnTo>
                    <a:pt x="160773" y="17126"/>
                  </a:lnTo>
                  <a:lnTo>
                    <a:pt x="202531" y="4410"/>
                  </a:lnTo>
                  <a:lnTo>
                    <a:pt x="246887" y="0"/>
                  </a:lnTo>
                  <a:lnTo>
                    <a:pt x="291282" y="4410"/>
                  </a:lnTo>
                  <a:lnTo>
                    <a:pt x="333069" y="17126"/>
                  </a:lnTo>
                  <a:lnTo>
                    <a:pt x="371550" y="37375"/>
                  </a:lnTo>
                  <a:lnTo>
                    <a:pt x="406026" y="64385"/>
                  </a:lnTo>
                  <a:lnTo>
                    <a:pt x="435800" y="97384"/>
                  </a:lnTo>
                  <a:lnTo>
                    <a:pt x="460172" y="135598"/>
                  </a:lnTo>
                  <a:lnTo>
                    <a:pt x="478446" y="178256"/>
                  </a:lnTo>
                  <a:lnTo>
                    <a:pt x="489922" y="224584"/>
                  </a:lnTo>
                  <a:lnTo>
                    <a:pt x="493902" y="273811"/>
                  </a:lnTo>
                  <a:lnTo>
                    <a:pt x="489922" y="323039"/>
                  </a:lnTo>
                  <a:lnTo>
                    <a:pt x="478446" y="369367"/>
                  </a:lnTo>
                  <a:lnTo>
                    <a:pt x="460172" y="412025"/>
                  </a:lnTo>
                  <a:lnTo>
                    <a:pt x="435800" y="450239"/>
                  </a:lnTo>
                  <a:lnTo>
                    <a:pt x="406026" y="483238"/>
                  </a:lnTo>
                  <a:lnTo>
                    <a:pt x="371550" y="510248"/>
                  </a:lnTo>
                  <a:lnTo>
                    <a:pt x="333069" y="530497"/>
                  </a:lnTo>
                  <a:lnTo>
                    <a:pt x="291282" y="543213"/>
                  </a:lnTo>
                  <a:lnTo>
                    <a:pt x="246887" y="547623"/>
                  </a:lnTo>
                  <a:lnTo>
                    <a:pt x="202531" y="543213"/>
                  </a:lnTo>
                  <a:lnTo>
                    <a:pt x="160773" y="530497"/>
                  </a:lnTo>
                  <a:lnTo>
                    <a:pt x="122315" y="510248"/>
                  </a:lnTo>
                  <a:lnTo>
                    <a:pt x="87854" y="483238"/>
                  </a:lnTo>
                  <a:lnTo>
                    <a:pt x="58091" y="450239"/>
                  </a:lnTo>
                  <a:lnTo>
                    <a:pt x="33725" y="412025"/>
                  </a:lnTo>
                  <a:lnTo>
                    <a:pt x="15455" y="369367"/>
                  </a:lnTo>
                  <a:lnTo>
                    <a:pt x="3980" y="323039"/>
                  </a:lnTo>
                  <a:lnTo>
                    <a:pt x="0" y="273811"/>
                  </a:lnTo>
                  <a:close/>
                </a:path>
              </a:pathLst>
            </a:custGeom>
            <a:ln w="885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4" name="object 204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155694" y="2753969"/>
              <a:ext cx="1820418" cy="1146581"/>
            </a:xfrm>
            <a:prstGeom prst="rect">
              <a:avLst/>
            </a:prstGeom>
          </p:spPr>
        </p:pic>
        <p:sp>
          <p:nvSpPr>
            <p:cNvPr id="205" name="object 205"/>
            <p:cNvSpPr/>
            <p:nvPr/>
          </p:nvSpPr>
          <p:spPr>
            <a:xfrm>
              <a:off x="4149090" y="2748356"/>
              <a:ext cx="221615" cy="180975"/>
            </a:xfrm>
            <a:custGeom>
              <a:avLst/>
              <a:gdLst/>
              <a:ahLst/>
              <a:cxnLst/>
              <a:rect l="l" t="t" r="r" b="b"/>
              <a:pathLst>
                <a:path w="221614" h="180975">
                  <a:moveTo>
                    <a:pt x="221145" y="0"/>
                  </a:moveTo>
                  <a:lnTo>
                    <a:pt x="0" y="0"/>
                  </a:lnTo>
                  <a:lnTo>
                    <a:pt x="0" y="180771"/>
                  </a:lnTo>
                  <a:lnTo>
                    <a:pt x="221145" y="180771"/>
                  </a:lnTo>
                  <a:lnTo>
                    <a:pt x="2211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6" name="object 206"/>
          <p:cNvSpPr txBox="1"/>
          <p:nvPr/>
        </p:nvSpPr>
        <p:spPr>
          <a:xfrm>
            <a:off x="4149090" y="2748356"/>
            <a:ext cx="221615" cy="180975"/>
          </a:xfrm>
          <a:prstGeom prst="rect">
            <a:avLst/>
          </a:prstGeom>
          <a:ln w="3175">
            <a:solidFill>
              <a:srgbClr val="FF0000"/>
            </a:solidFill>
          </a:ln>
        </p:spPr>
        <p:txBody>
          <a:bodyPr wrap="square" lIns="0" tIns="53975" rIns="0" bIns="0" rtlCol="0" vert="horz">
            <a:spAutoFit/>
          </a:bodyPr>
          <a:lstStyle/>
          <a:p>
            <a:pPr marL="73025">
              <a:lnSpc>
                <a:spcPct val="100000"/>
              </a:lnSpc>
              <a:spcBef>
                <a:spcPts val="425"/>
              </a:spcBef>
            </a:pPr>
            <a:r>
              <a:rPr dirty="0" sz="500" spc="-25">
                <a:solidFill>
                  <a:srgbClr val="FF0000"/>
                </a:solidFill>
                <a:latin typeface="Times New Roman"/>
                <a:cs typeface="Times New Roman"/>
              </a:rPr>
              <a:t>H6</a:t>
            </a:r>
            <a:endParaRPr sz="500">
              <a:latin typeface="Times New Roman"/>
              <a:cs typeface="Times New Roman"/>
            </a:endParaRPr>
          </a:p>
        </p:txBody>
      </p:sp>
      <p:grpSp>
        <p:nvGrpSpPr>
          <p:cNvPr id="226" name="object 226"/>
          <p:cNvGrpSpPr/>
          <p:nvPr/>
        </p:nvGrpSpPr>
        <p:grpSpPr>
          <a:xfrm>
            <a:off x="314959" y="3968787"/>
            <a:ext cx="1257300" cy="949325"/>
            <a:chOff x="314959" y="3968787"/>
            <a:chExt cx="1257300" cy="949325"/>
          </a:xfrm>
        </p:grpSpPr>
        <p:pic>
          <p:nvPicPr>
            <p:cNvPr id="227" name="object 227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322821" y="3968787"/>
              <a:ext cx="1237348" cy="839431"/>
            </a:xfrm>
            <a:prstGeom prst="rect">
              <a:avLst/>
            </a:prstGeom>
          </p:spPr>
        </p:pic>
        <p:sp>
          <p:nvSpPr>
            <p:cNvPr id="228" name="object 228"/>
            <p:cNvSpPr/>
            <p:nvPr/>
          </p:nvSpPr>
          <p:spPr>
            <a:xfrm>
              <a:off x="314959" y="4719446"/>
              <a:ext cx="1257300" cy="198755"/>
            </a:xfrm>
            <a:custGeom>
              <a:avLst/>
              <a:gdLst/>
              <a:ahLst/>
              <a:cxnLst/>
              <a:rect l="l" t="t" r="r" b="b"/>
              <a:pathLst>
                <a:path w="1257300" h="198754">
                  <a:moveTo>
                    <a:pt x="1257046" y="0"/>
                  </a:moveTo>
                  <a:lnTo>
                    <a:pt x="1047496" y="0"/>
                  </a:lnTo>
                  <a:lnTo>
                    <a:pt x="1085469" y="0"/>
                  </a:lnTo>
                  <a:lnTo>
                    <a:pt x="0" y="0"/>
                  </a:lnTo>
                  <a:lnTo>
                    <a:pt x="0" y="198500"/>
                  </a:lnTo>
                  <a:lnTo>
                    <a:pt x="1257046" y="198500"/>
                  </a:lnTo>
                  <a:lnTo>
                    <a:pt x="12570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4" name="object 234"/>
          <p:cNvSpPr/>
          <p:nvPr/>
        </p:nvSpPr>
        <p:spPr>
          <a:xfrm>
            <a:off x="305625" y="3883050"/>
            <a:ext cx="355600" cy="177165"/>
          </a:xfrm>
          <a:custGeom>
            <a:avLst/>
            <a:gdLst/>
            <a:ahLst/>
            <a:cxnLst/>
            <a:rect l="l" t="t" r="r" b="b"/>
            <a:pathLst>
              <a:path w="355600" h="177164">
                <a:moveTo>
                  <a:pt x="355473" y="0"/>
                </a:moveTo>
                <a:lnTo>
                  <a:pt x="0" y="0"/>
                </a:lnTo>
                <a:lnTo>
                  <a:pt x="0" y="176758"/>
                </a:lnTo>
                <a:lnTo>
                  <a:pt x="355473" y="176758"/>
                </a:lnTo>
                <a:lnTo>
                  <a:pt x="35547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5" name="object 235"/>
          <p:cNvSpPr txBox="1"/>
          <p:nvPr/>
        </p:nvSpPr>
        <p:spPr>
          <a:xfrm>
            <a:off x="305625" y="3883050"/>
            <a:ext cx="355600" cy="177165"/>
          </a:xfrm>
          <a:prstGeom prst="rect">
            <a:avLst/>
          </a:prstGeom>
          <a:ln w="3175">
            <a:solidFill>
              <a:srgbClr val="FF0000"/>
            </a:solidFill>
          </a:ln>
        </p:spPr>
        <p:txBody>
          <a:bodyPr wrap="square" lIns="0" tIns="44450" rIns="0" bIns="0" rtlCol="0" vert="horz">
            <a:spAutoFit/>
          </a:bodyPr>
          <a:lstStyle/>
          <a:p>
            <a:pPr marL="80010">
              <a:lnSpc>
                <a:spcPct val="100000"/>
              </a:lnSpc>
              <a:spcBef>
                <a:spcPts val="350"/>
              </a:spcBef>
            </a:pPr>
            <a:r>
              <a:rPr dirty="0" sz="600" spc="-10">
                <a:solidFill>
                  <a:srgbClr val="FF0000"/>
                </a:solidFill>
                <a:latin typeface="Times New Roman"/>
                <a:cs typeface="Times New Roman"/>
              </a:rPr>
              <a:t>H10.1</a:t>
            </a:r>
            <a:endParaRPr sz="600">
              <a:latin typeface="Times New Roman"/>
              <a:cs typeface="Times New Roman"/>
            </a:endParaRPr>
          </a:p>
        </p:txBody>
      </p:sp>
      <p:grpSp>
        <p:nvGrpSpPr>
          <p:cNvPr id="230" name="object 230"/>
          <p:cNvGrpSpPr/>
          <p:nvPr/>
        </p:nvGrpSpPr>
        <p:grpSpPr>
          <a:xfrm>
            <a:off x="611492" y="4072191"/>
            <a:ext cx="662305" cy="170815"/>
            <a:chOff x="611492" y="4072191"/>
            <a:chExt cx="662305" cy="170815"/>
          </a:xfrm>
        </p:grpSpPr>
        <p:sp>
          <p:nvSpPr>
            <p:cNvPr id="231" name="object 231"/>
            <p:cNvSpPr/>
            <p:nvPr/>
          </p:nvSpPr>
          <p:spPr>
            <a:xfrm>
              <a:off x="611492" y="4125975"/>
              <a:ext cx="653415" cy="116839"/>
            </a:xfrm>
            <a:custGeom>
              <a:avLst/>
              <a:gdLst/>
              <a:ahLst/>
              <a:cxnLst/>
              <a:rect l="l" t="t" r="r" b="b"/>
              <a:pathLst>
                <a:path w="653415" h="116839">
                  <a:moveTo>
                    <a:pt x="26377" y="24257"/>
                  </a:moveTo>
                  <a:lnTo>
                    <a:pt x="24307" y="19431"/>
                  </a:lnTo>
                  <a:lnTo>
                    <a:pt x="15976" y="0"/>
                  </a:lnTo>
                  <a:lnTo>
                    <a:pt x="2794" y="22860"/>
                  </a:lnTo>
                  <a:lnTo>
                    <a:pt x="11633" y="23393"/>
                  </a:lnTo>
                  <a:lnTo>
                    <a:pt x="11849" y="19812"/>
                  </a:lnTo>
                  <a:lnTo>
                    <a:pt x="11671" y="22860"/>
                  </a:lnTo>
                  <a:lnTo>
                    <a:pt x="11633" y="23393"/>
                  </a:lnTo>
                  <a:lnTo>
                    <a:pt x="8877" y="70612"/>
                  </a:lnTo>
                  <a:lnTo>
                    <a:pt x="8839" y="71145"/>
                  </a:lnTo>
                  <a:lnTo>
                    <a:pt x="0" y="70612"/>
                  </a:lnTo>
                  <a:lnTo>
                    <a:pt x="10401" y="94996"/>
                  </a:lnTo>
                  <a:lnTo>
                    <a:pt x="21602" y="75438"/>
                  </a:lnTo>
                  <a:lnTo>
                    <a:pt x="23571" y="72009"/>
                  </a:lnTo>
                  <a:lnTo>
                    <a:pt x="14732" y="71488"/>
                  </a:lnTo>
                  <a:lnTo>
                    <a:pt x="17500" y="24257"/>
                  </a:lnTo>
                  <a:lnTo>
                    <a:pt x="17526" y="23736"/>
                  </a:lnTo>
                  <a:lnTo>
                    <a:pt x="26377" y="24257"/>
                  </a:lnTo>
                  <a:close/>
                </a:path>
                <a:path w="653415" h="116839">
                  <a:moveTo>
                    <a:pt x="109474" y="28448"/>
                  </a:moveTo>
                  <a:lnTo>
                    <a:pt x="107556" y="24003"/>
                  </a:lnTo>
                  <a:lnTo>
                    <a:pt x="107454" y="23749"/>
                  </a:lnTo>
                  <a:lnTo>
                    <a:pt x="99072" y="4191"/>
                  </a:lnTo>
                  <a:lnTo>
                    <a:pt x="85890" y="27051"/>
                  </a:lnTo>
                  <a:lnTo>
                    <a:pt x="94742" y="27584"/>
                  </a:lnTo>
                  <a:lnTo>
                    <a:pt x="91960" y="74930"/>
                  </a:lnTo>
                  <a:lnTo>
                    <a:pt x="91935" y="75463"/>
                  </a:lnTo>
                  <a:lnTo>
                    <a:pt x="83083" y="74930"/>
                  </a:lnTo>
                  <a:lnTo>
                    <a:pt x="93497" y="99187"/>
                  </a:lnTo>
                  <a:lnTo>
                    <a:pt x="104686" y="79756"/>
                  </a:lnTo>
                  <a:lnTo>
                    <a:pt x="106667" y="76327"/>
                  </a:lnTo>
                  <a:lnTo>
                    <a:pt x="97828" y="75806"/>
                  </a:lnTo>
                  <a:lnTo>
                    <a:pt x="100596" y="28448"/>
                  </a:lnTo>
                  <a:lnTo>
                    <a:pt x="100622" y="27927"/>
                  </a:lnTo>
                  <a:lnTo>
                    <a:pt x="109474" y="28448"/>
                  </a:lnTo>
                  <a:close/>
                </a:path>
                <a:path w="653415" h="116839">
                  <a:moveTo>
                    <a:pt x="179184" y="28448"/>
                  </a:moveTo>
                  <a:lnTo>
                    <a:pt x="177266" y="24003"/>
                  </a:lnTo>
                  <a:lnTo>
                    <a:pt x="177165" y="23749"/>
                  </a:lnTo>
                  <a:lnTo>
                    <a:pt x="168783" y="4191"/>
                  </a:lnTo>
                  <a:lnTo>
                    <a:pt x="155600" y="27051"/>
                  </a:lnTo>
                  <a:lnTo>
                    <a:pt x="164452" y="27584"/>
                  </a:lnTo>
                  <a:lnTo>
                    <a:pt x="161658" y="74930"/>
                  </a:lnTo>
                  <a:lnTo>
                    <a:pt x="161632" y="75463"/>
                  </a:lnTo>
                  <a:lnTo>
                    <a:pt x="152793" y="74930"/>
                  </a:lnTo>
                  <a:lnTo>
                    <a:pt x="163207" y="99187"/>
                  </a:lnTo>
                  <a:lnTo>
                    <a:pt x="174396" y="79756"/>
                  </a:lnTo>
                  <a:lnTo>
                    <a:pt x="176377" y="76327"/>
                  </a:lnTo>
                  <a:lnTo>
                    <a:pt x="167538" y="75806"/>
                  </a:lnTo>
                  <a:lnTo>
                    <a:pt x="170307" y="28448"/>
                  </a:lnTo>
                  <a:lnTo>
                    <a:pt x="170332" y="27927"/>
                  </a:lnTo>
                  <a:lnTo>
                    <a:pt x="179184" y="28448"/>
                  </a:lnTo>
                  <a:close/>
                </a:path>
                <a:path w="653415" h="116839">
                  <a:moveTo>
                    <a:pt x="250875" y="28448"/>
                  </a:moveTo>
                  <a:lnTo>
                    <a:pt x="248958" y="24003"/>
                  </a:lnTo>
                  <a:lnTo>
                    <a:pt x="248856" y="23749"/>
                  </a:lnTo>
                  <a:lnTo>
                    <a:pt x="240461" y="4191"/>
                  </a:lnTo>
                  <a:lnTo>
                    <a:pt x="227291" y="27051"/>
                  </a:lnTo>
                  <a:lnTo>
                    <a:pt x="236131" y="27584"/>
                  </a:lnTo>
                  <a:lnTo>
                    <a:pt x="233349" y="74930"/>
                  </a:lnTo>
                  <a:lnTo>
                    <a:pt x="233324" y="75463"/>
                  </a:lnTo>
                  <a:lnTo>
                    <a:pt x="224485" y="74930"/>
                  </a:lnTo>
                  <a:lnTo>
                    <a:pt x="234886" y="99187"/>
                  </a:lnTo>
                  <a:lnTo>
                    <a:pt x="246087" y="79756"/>
                  </a:lnTo>
                  <a:lnTo>
                    <a:pt x="248069" y="76327"/>
                  </a:lnTo>
                  <a:lnTo>
                    <a:pt x="239217" y="75806"/>
                  </a:lnTo>
                  <a:lnTo>
                    <a:pt x="241998" y="28448"/>
                  </a:lnTo>
                  <a:lnTo>
                    <a:pt x="242023" y="27927"/>
                  </a:lnTo>
                  <a:lnTo>
                    <a:pt x="250875" y="28448"/>
                  </a:lnTo>
                  <a:close/>
                </a:path>
                <a:path w="653415" h="116839">
                  <a:moveTo>
                    <a:pt x="319405" y="31623"/>
                  </a:moveTo>
                  <a:lnTo>
                    <a:pt x="317487" y="27178"/>
                  </a:lnTo>
                  <a:lnTo>
                    <a:pt x="317385" y="26924"/>
                  </a:lnTo>
                  <a:lnTo>
                    <a:pt x="308991" y="7366"/>
                  </a:lnTo>
                  <a:lnTo>
                    <a:pt x="295821" y="30226"/>
                  </a:lnTo>
                  <a:lnTo>
                    <a:pt x="304660" y="30759"/>
                  </a:lnTo>
                  <a:lnTo>
                    <a:pt x="301879" y="78105"/>
                  </a:lnTo>
                  <a:lnTo>
                    <a:pt x="301853" y="78638"/>
                  </a:lnTo>
                  <a:lnTo>
                    <a:pt x="293014" y="78105"/>
                  </a:lnTo>
                  <a:lnTo>
                    <a:pt x="303415" y="102362"/>
                  </a:lnTo>
                  <a:lnTo>
                    <a:pt x="314617" y="82931"/>
                  </a:lnTo>
                  <a:lnTo>
                    <a:pt x="316598" y="79502"/>
                  </a:lnTo>
                  <a:lnTo>
                    <a:pt x="307746" y="78981"/>
                  </a:lnTo>
                  <a:lnTo>
                    <a:pt x="310527" y="31623"/>
                  </a:lnTo>
                  <a:lnTo>
                    <a:pt x="310553" y="31102"/>
                  </a:lnTo>
                  <a:lnTo>
                    <a:pt x="319405" y="31623"/>
                  </a:lnTo>
                  <a:close/>
                </a:path>
                <a:path w="653415" h="116839">
                  <a:moveTo>
                    <a:pt x="394665" y="33147"/>
                  </a:moveTo>
                  <a:lnTo>
                    <a:pt x="392582" y="28321"/>
                  </a:lnTo>
                  <a:lnTo>
                    <a:pt x="384251" y="8890"/>
                  </a:lnTo>
                  <a:lnTo>
                    <a:pt x="371081" y="31750"/>
                  </a:lnTo>
                  <a:lnTo>
                    <a:pt x="379907" y="32283"/>
                  </a:lnTo>
                  <a:lnTo>
                    <a:pt x="380123" y="28702"/>
                  </a:lnTo>
                  <a:lnTo>
                    <a:pt x="379945" y="31750"/>
                  </a:lnTo>
                  <a:lnTo>
                    <a:pt x="379907" y="32283"/>
                  </a:lnTo>
                  <a:lnTo>
                    <a:pt x="377139" y="79629"/>
                  </a:lnTo>
                  <a:lnTo>
                    <a:pt x="377113" y="80111"/>
                  </a:lnTo>
                  <a:lnTo>
                    <a:pt x="368274" y="79629"/>
                  </a:lnTo>
                  <a:lnTo>
                    <a:pt x="378675" y="103886"/>
                  </a:lnTo>
                  <a:lnTo>
                    <a:pt x="389890" y="84328"/>
                  </a:lnTo>
                  <a:lnTo>
                    <a:pt x="391858" y="80899"/>
                  </a:lnTo>
                  <a:lnTo>
                    <a:pt x="383006" y="80429"/>
                  </a:lnTo>
                  <a:lnTo>
                    <a:pt x="385787" y="33147"/>
                  </a:lnTo>
                  <a:lnTo>
                    <a:pt x="385813" y="32626"/>
                  </a:lnTo>
                  <a:lnTo>
                    <a:pt x="394665" y="33147"/>
                  </a:lnTo>
                  <a:close/>
                </a:path>
                <a:path w="653415" h="116839">
                  <a:moveTo>
                    <a:pt x="484352" y="36322"/>
                  </a:moveTo>
                  <a:lnTo>
                    <a:pt x="482269" y="31496"/>
                  </a:lnTo>
                  <a:lnTo>
                    <a:pt x="473938" y="12065"/>
                  </a:lnTo>
                  <a:lnTo>
                    <a:pt x="460768" y="34925"/>
                  </a:lnTo>
                  <a:lnTo>
                    <a:pt x="469607" y="35458"/>
                  </a:lnTo>
                  <a:lnTo>
                    <a:pt x="469823" y="31877"/>
                  </a:lnTo>
                  <a:lnTo>
                    <a:pt x="469646" y="34925"/>
                  </a:lnTo>
                  <a:lnTo>
                    <a:pt x="469607" y="35458"/>
                  </a:lnTo>
                  <a:lnTo>
                    <a:pt x="466826" y="82677"/>
                  </a:lnTo>
                  <a:lnTo>
                    <a:pt x="466801" y="83210"/>
                  </a:lnTo>
                  <a:lnTo>
                    <a:pt x="457962" y="82677"/>
                  </a:lnTo>
                  <a:lnTo>
                    <a:pt x="468376" y="107061"/>
                  </a:lnTo>
                  <a:lnTo>
                    <a:pt x="479577" y="87503"/>
                  </a:lnTo>
                  <a:lnTo>
                    <a:pt x="481545" y="84074"/>
                  </a:lnTo>
                  <a:lnTo>
                    <a:pt x="472694" y="83553"/>
                  </a:lnTo>
                  <a:lnTo>
                    <a:pt x="475475" y="36322"/>
                  </a:lnTo>
                  <a:lnTo>
                    <a:pt x="475500" y="35801"/>
                  </a:lnTo>
                  <a:lnTo>
                    <a:pt x="484352" y="36322"/>
                  </a:lnTo>
                  <a:close/>
                </a:path>
                <a:path w="653415" h="116839">
                  <a:moveTo>
                    <a:pt x="572198" y="41910"/>
                  </a:moveTo>
                  <a:lnTo>
                    <a:pt x="570115" y="37084"/>
                  </a:lnTo>
                  <a:lnTo>
                    <a:pt x="561784" y="17653"/>
                  </a:lnTo>
                  <a:lnTo>
                    <a:pt x="548614" y="40513"/>
                  </a:lnTo>
                  <a:lnTo>
                    <a:pt x="557441" y="41046"/>
                  </a:lnTo>
                  <a:lnTo>
                    <a:pt x="557657" y="37465"/>
                  </a:lnTo>
                  <a:lnTo>
                    <a:pt x="557479" y="40513"/>
                  </a:lnTo>
                  <a:lnTo>
                    <a:pt x="557441" y="41046"/>
                  </a:lnTo>
                  <a:lnTo>
                    <a:pt x="554672" y="88392"/>
                  </a:lnTo>
                  <a:lnTo>
                    <a:pt x="554647" y="88925"/>
                  </a:lnTo>
                  <a:lnTo>
                    <a:pt x="545807" y="88392"/>
                  </a:lnTo>
                  <a:lnTo>
                    <a:pt x="556209" y="112649"/>
                  </a:lnTo>
                  <a:lnTo>
                    <a:pt x="567486" y="93091"/>
                  </a:lnTo>
                  <a:lnTo>
                    <a:pt x="569391" y="89789"/>
                  </a:lnTo>
                  <a:lnTo>
                    <a:pt x="560527" y="89268"/>
                  </a:lnTo>
                  <a:lnTo>
                    <a:pt x="563321" y="41910"/>
                  </a:lnTo>
                  <a:lnTo>
                    <a:pt x="563346" y="41389"/>
                  </a:lnTo>
                  <a:lnTo>
                    <a:pt x="572198" y="41910"/>
                  </a:lnTo>
                  <a:close/>
                </a:path>
                <a:path w="653415" h="116839">
                  <a:moveTo>
                    <a:pt x="653237" y="45720"/>
                  </a:moveTo>
                  <a:lnTo>
                    <a:pt x="651154" y="40894"/>
                  </a:lnTo>
                  <a:lnTo>
                    <a:pt x="642823" y="21463"/>
                  </a:lnTo>
                  <a:lnTo>
                    <a:pt x="629653" y="44323"/>
                  </a:lnTo>
                  <a:lnTo>
                    <a:pt x="638479" y="44856"/>
                  </a:lnTo>
                  <a:lnTo>
                    <a:pt x="638695" y="41275"/>
                  </a:lnTo>
                  <a:lnTo>
                    <a:pt x="638517" y="44323"/>
                  </a:lnTo>
                  <a:lnTo>
                    <a:pt x="638479" y="44856"/>
                  </a:lnTo>
                  <a:lnTo>
                    <a:pt x="635711" y="92202"/>
                  </a:lnTo>
                  <a:lnTo>
                    <a:pt x="635685" y="92735"/>
                  </a:lnTo>
                  <a:lnTo>
                    <a:pt x="626846" y="92202"/>
                  </a:lnTo>
                  <a:lnTo>
                    <a:pt x="637247" y="116459"/>
                  </a:lnTo>
                  <a:lnTo>
                    <a:pt x="648449" y="97028"/>
                  </a:lnTo>
                  <a:lnTo>
                    <a:pt x="650430" y="93599"/>
                  </a:lnTo>
                  <a:lnTo>
                    <a:pt x="641578" y="93078"/>
                  </a:lnTo>
                  <a:lnTo>
                    <a:pt x="644359" y="45720"/>
                  </a:lnTo>
                  <a:lnTo>
                    <a:pt x="644385" y="45199"/>
                  </a:lnTo>
                  <a:lnTo>
                    <a:pt x="653237" y="4572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641845" y="4074413"/>
              <a:ext cx="629920" cy="72390"/>
            </a:xfrm>
            <a:custGeom>
              <a:avLst/>
              <a:gdLst/>
              <a:ahLst/>
              <a:cxnLst/>
              <a:rect l="l" t="t" r="r" b="b"/>
              <a:pathLst>
                <a:path w="629919" h="72389">
                  <a:moveTo>
                    <a:pt x="1981" y="0"/>
                  </a:moveTo>
                  <a:lnTo>
                    <a:pt x="629551" y="27939"/>
                  </a:lnTo>
                  <a:lnTo>
                    <a:pt x="627570" y="72136"/>
                  </a:lnTo>
                  <a:lnTo>
                    <a:pt x="0" y="44196"/>
                  </a:lnTo>
                  <a:lnTo>
                    <a:pt x="1981" y="0"/>
                  </a:lnTo>
                  <a:close/>
                </a:path>
              </a:pathLst>
            </a:custGeom>
            <a:ln w="3937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6" name="object 236"/>
          <p:cNvSpPr txBox="1"/>
          <p:nvPr/>
        </p:nvSpPr>
        <p:spPr>
          <a:xfrm>
            <a:off x="829157" y="3918280"/>
            <a:ext cx="89535" cy="1574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 spc="-5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33" name="object 233"/>
          <p:cNvSpPr txBox="1"/>
          <p:nvPr/>
        </p:nvSpPr>
        <p:spPr>
          <a:xfrm>
            <a:off x="509117" y="4092016"/>
            <a:ext cx="85725" cy="1574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 spc="-50">
                <a:solidFill>
                  <a:srgbClr val="FF0000"/>
                </a:solidFill>
                <a:latin typeface="Calibri"/>
                <a:cs typeface="Calibri"/>
              </a:rPr>
              <a:t>B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11" name="object 211"/>
          <p:cNvGrpSpPr/>
          <p:nvPr/>
        </p:nvGrpSpPr>
        <p:grpSpPr>
          <a:xfrm>
            <a:off x="1692020" y="4356798"/>
            <a:ext cx="1871980" cy="612775"/>
            <a:chOff x="1692020" y="4356798"/>
            <a:chExt cx="1871980" cy="612775"/>
          </a:xfrm>
        </p:grpSpPr>
        <p:pic>
          <p:nvPicPr>
            <p:cNvPr id="212" name="object 212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692020" y="4543043"/>
              <a:ext cx="1871598" cy="426212"/>
            </a:xfrm>
            <a:prstGeom prst="rect">
              <a:avLst/>
            </a:prstGeom>
          </p:spPr>
        </p:pic>
        <p:sp>
          <p:nvSpPr>
            <p:cNvPr id="213" name="object 213"/>
            <p:cNvSpPr/>
            <p:nvPr/>
          </p:nvSpPr>
          <p:spPr>
            <a:xfrm>
              <a:off x="2245232" y="4359020"/>
              <a:ext cx="611505" cy="283845"/>
            </a:xfrm>
            <a:custGeom>
              <a:avLst/>
              <a:gdLst/>
              <a:ahLst/>
              <a:cxnLst/>
              <a:rect l="l" t="t" r="r" b="b"/>
              <a:pathLst>
                <a:path w="611505" h="283845">
                  <a:moveTo>
                    <a:pt x="611124" y="0"/>
                  </a:moveTo>
                  <a:lnTo>
                    <a:pt x="0" y="0"/>
                  </a:lnTo>
                  <a:lnTo>
                    <a:pt x="0" y="154558"/>
                  </a:lnTo>
                  <a:lnTo>
                    <a:pt x="356489" y="154558"/>
                  </a:lnTo>
                  <a:lnTo>
                    <a:pt x="448437" y="283844"/>
                  </a:lnTo>
                  <a:lnTo>
                    <a:pt x="509269" y="154558"/>
                  </a:lnTo>
                  <a:lnTo>
                    <a:pt x="611124" y="154558"/>
                  </a:lnTo>
                  <a:lnTo>
                    <a:pt x="6111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2245232" y="4359020"/>
              <a:ext cx="611505" cy="283845"/>
            </a:xfrm>
            <a:custGeom>
              <a:avLst/>
              <a:gdLst/>
              <a:ahLst/>
              <a:cxnLst/>
              <a:rect l="l" t="t" r="r" b="b"/>
              <a:pathLst>
                <a:path w="611505" h="283845">
                  <a:moveTo>
                    <a:pt x="0" y="0"/>
                  </a:moveTo>
                  <a:lnTo>
                    <a:pt x="356489" y="0"/>
                  </a:lnTo>
                  <a:lnTo>
                    <a:pt x="509269" y="0"/>
                  </a:lnTo>
                  <a:lnTo>
                    <a:pt x="611124" y="0"/>
                  </a:lnTo>
                  <a:lnTo>
                    <a:pt x="611124" y="90169"/>
                  </a:lnTo>
                  <a:lnTo>
                    <a:pt x="611124" y="128777"/>
                  </a:lnTo>
                  <a:lnTo>
                    <a:pt x="611124" y="154558"/>
                  </a:lnTo>
                  <a:lnTo>
                    <a:pt x="509269" y="154558"/>
                  </a:lnTo>
                  <a:lnTo>
                    <a:pt x="448437" y="283844"/>
                  </a:lnTo>
                  <a:lnTo>
                    <a:pt x="356489" y="154558"/>
                  </a:lnTo>
                  <a:lnTo>
                    <a:pt x="0" y="154558"/>
                  </a:lnTo>
                  <a:lnTo>
                    <a:pt x="0" y="128777"/>
                  </a:lnTo>
                  <a:lnTo>
                    <a:pt x="0" y="90169"/>
                  </a:lnTo>
                  <a:lnTo>
                    <a:pt x="0" y="0"/>
                  </a:lnTo>
                  <a:close/>
                </a:path>
              </a:pathLst>
            </a:custGeom>
            <a:ln w="3937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5" name="object 215"/>
          <p:cNvSpPr txBox="1"/>
          <p:nvPr/>
        </p:nvSpPr>
        <p:spPr>
          <a:xfrm>
            <a:off x="2321814" y="4344746"/>
            <a:ext cx="457834" cy="1784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9545" marR="5080" indent="-15748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latin typeface="Calibri"/>
                <a:cs typeface="Calibri"/>
              </a:rPr>
              <a:t>Visual</a:t>
            </a:r>
            <a:r>
              <a:rPr dirty="0" sz="500" spc="2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Inspection</a:t>
            </a:r>
            <a:r>
              <a:rPr dirty="0" sz="500" spc="500">
                <a:latin typeface="Calibri"/>
                <a:cs typeface="Calibri"/>
              </a:rPr>
              <a:t> </a:t>
            </a:r>
            <a:r>
              <a:rPr dirty="0" sz="500" spc="-20">
                <a:latin typeface="Calibri"/>
                <a:cs typeface="Calibri"/>
              </a:rPr>
              <a:t>Area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229" name="object 229"/>
          <p:cNvSpPr txBox="1"/>
          <p:nvPr/>
        </p:nvSpPr>
        <p:spPr>
          <a:xfrm>
            <a:off x="314959" y="4719446"/>
            <a:ext cx="1257300" cy="198755"/>
          </a:xfrm>
          <a:prstGeom prst="rect">
            <a:avLst/>
          </a:prstGeom>
          <a:ln w="3937">
            <a:solidFill>
              <a:srgbClr val="5B9BD4"/>
            </a:solidFill>
          </a:ln>
        </p:spPr>
        <p:txBody>
          <a:bodyPr wrap="square" lIns="0" tIns="19685" rIns="0" bIns="0" rtlCol="0" vert="horz">
            <a:spAutoFit/>
          </a:bodyPr>
          <a:lstStyle/>
          <a:p>
            <a:pPr marL="368935" marR="71755" indent="-289560">
              <a:lnSpc>
                <a:spcPct val="100000"/>
              </a:lnSpc>
              <a:spcBef>
                <a:spcPts val="155"/>
              </a:spcBef>
            </a:pPr>
            <a:r>
              <a:rPr dirty="0" sz="500" spc="-10">
                <a:latin typeface="Calibri"/>
                <a:cs typeface="Calibri"/>
              </a:rPr>
              <a:t>Criteria:</a:t>
            </a:r>
            <a:r>
              <a:rPr dirty="0" sz="500" spc="-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Excess</a:t>
            </a:r>
            <a:r>
              <a:rPr dirty="0" sz="500" spc="10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thermal</a:t>
            </a:r>
            <a:r>
              <a:rPr dirty="0" sz="500" spc="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grease</a:t>
            </a:r>
            <a:r>
              <a:rPr dirty="0" sz="500" spc="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in Area</a:t>
            </a:r>
            <a:r>
              <a:rPr dirty="0" sz="500" spc="1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B</a:t>
            </a:r>
            <a:r>
              <a:rPr dirty="0" sz="500" spc="45">
                <a:latin typeface="Calibri"/>
                <a:cs typeface="Calibri"/>
              </a:rPr>
              <a:t> </a:t>
            </a:r>
            <a:r>
              <a:rPr dirty="0" sz="500" spc="-50">
                <a:latin typeface="Calibri"/>
                <a:cs typeface="Calibri"/>
              </a:rPr>
              <a:t>→</a:t>
            </a:r>
            <a:r>
              <a:rPr dirty="0" sz="500" spc="50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NG;</a:t>
            </a:r>
            <a:r>
              <a:rPr dirty="0" sz="500" spc="-1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in</a:t>
            </a:r>
            <a:r>
              <a:rPr dirty="0" sz="500" spc="-1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Area</a:t>
            </a:r>
            <a:r>
              <a:rPr dirty="0" sz="500" spc="-1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</a:t>
            </a:r>
            <a:r>
              <a:rPr dirty="0" sz="500" spc="-1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→</a:t>
            </a:r>
            <a:r>
              <a:rPr dirty="0" sz="500" spc="-10">
                <a:latin typeface="Calibri"/>
                <a:cs typeface="Calibri"/>
              </a:rPr>
              <a:t> </a:t>
            </a:r>
            <a:r>
              <a:rPr dirty="0" sz="500" spc="-25">
                <a:latin typeface="Calibri"/>
                <a:cs typeface="Calibri"/>
              </a:rPr>
              <a:t>OK.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207" name="object 207"/>
          <p:cNvGrpSpPr/>
          <p:nvPr/>
        </p:nvGrpSpPr>
        <p:grpSpPr>
          <a:xfrm>
            <a:off x="1405255" y="4984915"/>
            <a:ext cx="1130300" cy="623570"/>
            <a:chOff x="1405255" y="4984915"/>
            <a:chExt cx="1130300" cy="623570"/>
          </a:xfrm>
        </p:grpSpPr>
        <p:pic>
          <p:nvPicPr>
            <p:cNvPr id="208" name="object 208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405255" y="4984915"/>
              <a:ext cx="1130198" cy="623023"/>
            </a:xfrm>
            <a:prstGeom prst="rect">
              <a:avLst/>
            </a:prstGeom>
          </p:spPr>
        </p:pic>
        <p:sp>
          <p:nvSpPr>
            <p:cNvPr id="209" name="object 209"/>
            <p:cNvSpPr/>
            <p:nvPr/>
          </p:nvSpPr>
          <p:spPr>
            <a:xfrm>
              <a:off x="1680464" y="5031435"/>
              <a:ext cx="511809" cy="222250"/>
            </a:xfrm>
            <a:custGeom>
              <a:avLst/>
              <a:gdLst/>
              <a:ahLst/>
              <a:cxnLst/>
              <a:rect l="l" t="t" r="r" b="b"/>
              <a:pathLst>
                <a:path w="511810" h="222250">
                  <a:moveTo>
                    <a:pt x="0" y="221919"/>
                  </a:moveTo>
                  <a:lnTo>
                    <a:pt x="511670" y="221919"/>
                  </a:lnTo>
                  <a:lnTo>
                    <a:pt x="511670" y="0"/>
                  </a:lnTo>
                  <a:lnTo>
                    <a:pt x="0" y="0"/>
                  </a:lnTo>
                  <a:lnTo>
                    <a:pt x="0" y="221919"/>
                  </a:lnTo>
                  <a:close/>
                </a:path>
              </a:pathLst>
            </a:custGeom>
            <a:ln w="1181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0" name="object 210"/>
          <p:cNvSpPr txBox="1"/>
          <p:nvPr/>
        </p:nvSpPr>
        <p:spPr>
          <a:xfrm>
            <a:off x="2334514" y="5451221"/>
            <a:ext cx="204470" cy="144780"/>
          </a:xfrm>
          <a:prstGeom prst="rect">
            <a:avLst/>
          </a:prstGeom>
          <a:solidFill>
            <a:srgbClr val="FFFF00"/>
          </a:solidFill>
          <a:ln w="3937">
            <a:solidFill>
              <a:srgbClr val="FF0000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54610">
              <a:lnSpc>
                <a:spcPct val="100000"/>
              </a:lnSpc>
              <a:spcBef>
                <a:spcPts val="254"/>
              </a:spcBef>
            </a:pPr>
            <a:r>
              <a:rPr dirty="0" sz="500" spc="-25">
                <a:solidFill>
                  <a:srgbClr val="FF0000"/>
                </a:solidFill>
                <a:latin typeface="Arial"/>
                <a:cs typeface="Arial"/>
              </a:rPr>
              <a:t>NG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216" name="object 216"/>
          <p:cNvGrpSpPr/>
          <p:nvPr/>
        </p:nvGrpSpPr>
        <p:grpSpPr>
          <a:xfrm>
            <a:off x="1965832" y="4590317"/>
            <a:ext cx="1746885" cy="1021080"/>
            <a:chOff x="1965832" y="4590317"/>
            <a:chExt cx="1746885" cy="1021080"/>
          </a:xfrm>
        </p:grpSpPr>
        <p:sp>
          <p:nvSpPr>
            <p:cNvPr id="217" name="object 217"/>
            <p:cNvSpPr/>
            <p:nvPr/>
          </p:nvSpPr>
          <p:spPr>
            <a:xfrm>
              <a:off x="2245105" y="4592539"/>
              <a:ext cx="731520" cy="86360"/>
            </a:xfrm>
            <a:custGeom>
              <a:avLst/>
              <a:gdLst/>
              <a:ahLst/>
              <a:cxnLst/>
              <a:rect l="l" t="t" r="r" b="b"/>
              <a:pathLst>
                <a:path w="731519" h="86360">
                  <a:moveTo>
                    <a:pt x="0" y="85759"/>
                  </a:moveTo>
                  <a:lnTo>
                    <a:pt x="731316" y="85759"/>
                  </a:lnTo>
                  <a:lnTo>
                    <a:pt x="731316" y="0"/>
                  </a:lnTo>
                  <a:lnTo>
                    <a:pt x="0" y="0"/>
                  </a:lnTo>
                  <a:lnTo>
                    <a:pt x="0" y="85759"/>
                  </a:lnTo>
                  <a:close/>
                </a:path>
              </a:pathLst>
            </a:custGeom>
            <a:ln w="393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8" name="object 218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2640075" y="5032908"/>
              <a:ext cx="1072540" cy="578205"/>
            </a:xfrm>
            <a:prstGeom prst="rect">
              <a:avLst/>
            </a:prstGeom>
          </p:spPr>
        </p:pic>
        <p:sp>
          <p:nvSpPr>
            <p:cNvPr id="219" name="object 219"/>
            <p:cNvSpPr/>
            <p:nvPr/>
          </p:nvSpPr>
          <p:spPr>
            <a:xfrm>
              <a:off x="1965832" y="4670297"/>
              <a:ext cx="350520" cy="344805"/>
            </a:xfrm>
            <a:custGeom>
              <a:avLst/>
              <a:gdLst/>
              <a:ahLst/>
              <a:cxnLst/>
              <a:rect l="l" t="t" r="r" b="b"/>
              <a:pathLst>
                <a:path w="350519" h="344804">
                  <a:moveTo>
                    <a:pt x="12827" y="307213"/>
                  </a:moveTo>
                  <a:lnTo>
                    <a:pt x="0" y="344677"/>
                  </a:lnTo>
                  <a:lnTo>
                    <a:pt x="37718" y="332485"/>
                  </a:lnTo>
                  <a:lnTo>
                    <a:pt x="33591" y="328294"/>
                  </a:lnTo>
                  <a:lnTo>
                    <a:pt x="25146" y="328294"/>
                  </a:lnTo>
                  <a:lnTo>
                    <a:pt x="16891" y="319785"/>
                  </a:lnTo>
                  <a:lnTo>
                    <a:pt x="21115" y="315628"/>
                  </a:lnTo>
                  <a:lnTo>
                    <a:pt x="12827" y="307213"/>
                  </a:lnTo>
                  <a:close/>
                </a:path>
                <a:path w="350519" h="344804">
                  <a:moveTo>
                    <a:pt x="21115" y="315628"/>
                  </a:moveTo>
                  <a:lnTo>
                    <a:pt x="16891" y="319785"/>
                  </a:lnTo>
                  <a:lnTo>
                    <a:pt x="25146" y="328294"/>
                  </a:lnTo>
                  <a:lnTo>
                    <a:pt x="29433" y="324074"/>
                  </a:lnTo>
                  <a:lnTo>
                    <a:pt x="21115" y="315628"/>
                  </a:lnTo>
                  <a:close/>
                </a:path>
                <a:path w="350519" h="344804">
                  <a:moveTo>
                    <a:pt x="29433" y="324074"/>
                  </a:moveTo>
                  <a:lnTo>
                    <a:pt x="25146" y="328294"/>
                  </a:lnTo>
                  <a:lnTo>
                    <a:pt x="33591" y="328294"/>
                  </a:lnTo>
                  <a:lnTo>
                    <a:pt x="29433" y="324074"/>
                  </a:lnTo>
                  <a:close/>
                </a:path>
                <a:path w="350519" h="344804">
                  <a:moveTo>
                    <a:pt x="341884" y="0"/>
                  </a:moveTo>
                  <a:lnTo>
                    <a:pt x="21115" y="315628"/>
                  </a:lnTo>
                  <a:lnTo>
                    <a:pt x="29433" y="324074"/>
                  </a:lnTo>
                  <a:lnTo>
                    <a:pt x="350139" y="8381"/>
                  </a:lnTo>
                  <a:lnTo>
                    <a:pt x="34188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/>
            <p:cNvSpPr/>
            <p:nvPr/>
          </p:nvSpPr>
          <p:spPr>
            <a:xfrm>
              <a:off x="2934461" y="4673218"/>
              <a:ext cx="259715" cy="438150"/>
            </a:xfrm>
            <a:custGeom>
              <a:avLst/>
              <a:gdLst/>
              <a:ahLst/>
              <a:cxnLst/>
              <a:rect l="l" t="t" r="r" b="b"/>
              <a:pathLst>
                <a:path w="259714" h="438150">
                  <a:moveTo>
                    <a:pt x="236691" y="410612"/>
                  </a:moveTo>
                  <a:lnTo>
                    <a:pt x="226568" y="416559"/>
                  </a:lnTo>
                  <a:lnTo>
                    <a:pt x="259714" y="438149"/>
                  </a:lnTo>
                  <a:lnTo>
                    <a:pt x="258257" y="416559"/>
                  </a:lnTo>
                  <a:lnTo>
                    <a:pt x="258197" y="415670"/>
                  </a:lnTo>
                  <a:lnTo>
                    <a:pt x="239649" y="415670"/>
                  </a:lnTo>
                  <a:lnTo>
                    <a:pt x="236691" y="410612"/>
                  </a:lnTo>
                  <a:close/>
                </a:path>
                <a:path w="259714" h="438150">
                  <a:moveTo>
                    <a:pt x="246943" y="404589"/>
                  </a:moveTo>
                  <a:lnTo>
                    <a:pt x="236691" y="410612"/>
                  </a:lnTo>
                  <a:lnTo>
                    <a:pt x="239649" y="415670"/>
                  </a:lnTo>
                  <a:lnTo>
                    <a:pt x="249936" y="409701"/>
                  </a:lnTo>
                  <a:lnTo>
                    <a:pt x="246943" y="404589"/>
                  </a:lnTo>
                  <a:close/>
                </a:path>
                <a:path w="259714" h="438150">
                  <a:moveTo>
                    <a:pt x="257048" y="398652"/>
                  </a:moveTo>
                  <a:lnTo>
                    <a:pt x="246943" y="404589"/>
                  </a:lnTo>
                  <a:lnTo>
                    <a:pt x="249936" y="409701"/>
                  </a:lnTo>
                  <a:lnTo>
                    <a:pt x="239649" y="415670"/>
                  </a:lnTo>
                  <a:lnTo>
                    <a:pt x="258197" y="415670"/>
                  </a:lnTo>
                  <a:lnTo>
                    <a:pt x="257048" y="398652"/>
                  </a:lnTo>
                  <a:close/>
                </a:path>
                <a:path w="259714" h="438150">
                  <a:moveTo>
                    <a:pt x="10160" y="0"/>
                  </a:moveTo>
                  <a:lnTo>
                    <a:pt x="0" y="5841"/>
                  </a:lnTo>
                  <a:lnTo>
                    <a:pt x="236691" y="410612"/>
                  </a:lnTo>
                  <a:lnTo>
                    <a:pt x="246943" y="404589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66FF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/>
            <p:cNvSpPr/>
            <p:nvPr/>
          </p:nvSpPr>
          <p:spPr>
            <a:xfrm>
              <a:off x="3527551" y="5444159"/>
              <a:ext cx="179070" cy="157480"/>
            </a:xfrm>
            <a:custGeom>
              <a:avLst/>
              <a:gdLst/>
              <a:ahLst/>
              <a:cxnLst/>
              <a:rect l="l" t="t" r="r" b="b"/>
              <a:pathLst>
                <a:path w="179070" h="157479">
                  <a:moveTo>
                    <a:pt x="178917" y="0"/>
                  </a:moveTo>
                  <a:lnTo>
                    <a:pt x="0" y="0"/>
                  </a:lnTo>
                  <a:lnTo>
                    <a:pt x="0" y="157302"/>
                  </a:lnTo>
                  <a:lnTo>
                    <a:pt x="178917" y="157302"/>
                  </a:lnTo>
                  <a:lnTo>
                    <a:pt x="178917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3527551" y="5444159"/>
              <a:ext cx="179070" cy="157480"/>
            </a:xfrm>
            <a:custGeom>
              <a:avLst/>
              <a:gdLst/>
              <a:ahLst/>
              <a:cxnLst/>
              <a:rect l="l" t="t" r="r" b="b"/>
              <a:pathLst>
                <a:path w="179070" h="157479">
                  <a:moveTo>
                    <a:pt x="0" y="157302"/>
                  </a:moveTo>
                  <a:lnTo>
                    <a:pt x="178917" y="157302"/>
                  </a:lnTo>
                  <a:lnTo>
                    <a:pt x="178917" y="0"/>
                  </a:lnTo>
                  <a:lnTo>
                    <a:pt x="0" y="0"/>
                  </a:lnTo>
                  <a:lnTo>
                    <a:pt x="0" y="157302"/>
                  </a:lnTo>
                  <a:close/>
                </a:path>
              </a:pathLst>
            </a:custGeom>
            <a:ln w="3937">
              <a:solidFill>
                <a:srgbClr val="1A1FF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4" name="object 224"/>
          <p:cNvSpPr/>
          <p:nvPr/>
        </p:nvSpPr>
        <p:spPr>
          <a:xfrm>
            <a:off x="2436622" y="4898897"/>
            <a:ext cx="291465" cy="220979"/>
          </a:xfrm>
          <a:custGeom>
            <a:avLst/>
            <a:gdLst/>
            <a:ahLst/>
            <a:cxnLst/>
            <a:rect l="l" t="t" r="r" b="b"/>
            <a:pathLst>
              <a:path w="291464" h="220979">
                <a:moveTo>
                  <a:pt x="291261" y="0"/>
                </a:moveTo>
                <a:lnTo>
                  <a:pt x="0" y="0"/>
                </a:lnTo>
                <a:lnTo>
                  <a:pt x="0" y="220471"/>
                </a:lnTo>
                <a:lnTo>
                  <a:pt x="291261" y="220471"/>
                </a:lnTo>
                <a:lnTo>
                  <a:pt x="2912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5" name="object 225"/>
          <p:cNvSpPr txBox="1"/>
          <p:nvPr/>
        </p:nvSpPr>
        <p:spPr>
          <a:xfrm>
            <a:off x="2436622" y="4898897"/>
            <a:ext cx="291465" cy="220979"/>
          </a:xfrm>
          <a:prstGeom prst="rect">
            <a:avLst/>
          </a:prstGeom>
          <a:ln w="3175">
            <a:solidFill>
              <a:srgbClr val="FF0000"/>
            </a:solidFill>
          </a:ln>
        </p:spPr>
        <p:txBody>
          <a:bodyPr wrap="square" lIns="0" tIns="66675" rIns="0" bIns="0" rtlCol="0" vert="horz">
            <a:spAutoFit/>
          </a:bodyPr>
          <a:lstStyle/>
          <a:p>
            <a:pPr marL="77470">
              <a:lnSpc>
                <a:spcPct val="100000"/>
              </a:lnSpc>
              <a:spcBef>
                <a:spcPts val="525"/>
              </a:spcBef>
            </a:pPr>
            <a:r>
              <a:rPr dirty="0" sz="600" spc="-25">
                <a:solidFill>
                  <a:srgbClr val="FF0000"/>
                </a:solidFill>
                <a:latin typeface="Times New Roman"/>
                <a:cs typeface="Times New Roman"/>
              </a:rPr>
              <a:t>H10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23" name="object 223"/>
          <p:cNvSpPr txBox="1"/>
          <p:nvPr/>
        </p:nvSpPr>
        <p:spPr>
          <a:xfrm>
            <a:off x="3574796" y="5469407"/>
            <a:ext cx="10033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25">
                <a:solidFill>
                  <a:srgbClr val="0000FF"/>
                </a:solidFill>
                <a:latin typeface="Calibri"/>
                <a:cs typeface="Calibri"/>
              </a:rPr>
              <a:t>OK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184391" y="5794578"/>
            <a:ext cx="2865120" cy="1153160"/>
            <a:chOff x="184391" y="5794578"/>
            <a:chExt cx="2865120" cy="1153160"/>
          </a:xfrm>
        </p:grpSpPr>
        <p:pic>
          <p:nvPicPr>
            <p:cNvPr id="89" name="object 8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45984" y="5818339"/>
              <a:ext cx="1003896" cy="844918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1509903" y="6393370"/>
              <a:ext cx="252095" cy="206375"/>
            </a:xfrm>
            <a:custGeom>
              <a:avLst/>
              <a:gdLst/>
              <a:ahLst/>
              <a:cxnLst/>
              <a:rect l="l" t="t" r="r" b="b"/>
              <a:pathLst>
                <a:path w="252094" h="206375">
                  <a:moveTo>
                    <a:pt x="0" y="205917"/>
                  </a:moveTo>
                  <a:lnTo>
                    <a:pt x="251688" y="205917"/>
                  </a:lnTo>
                  <a:lnTo>
                    <a:pt x="251688" y="0"/>
                  </a:lnTo>
                  <a:lnTo>
                    <a:pt x="0" y="0"/>
                  </a:lnTo>
                  <a:lnTo>
                    <a:pt x="0" y="205917"/>
                  </a:lnTo>
                  <a:close/>
                </a:path>
              </a:pathLst>
            </a:custGeom>
            <a:ln w="885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013457" y="5820816"/>
              <a:ext cx="1033005" cy="884618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187566" y="5797753"/>
              <a:ext cx="2858770" cy="1146810"/>
            </a:xfrm>
            <a:custGeom>
              <a:avLst/>
              <a:gdLst/>
              <a:ahLst/>
              <a:cxnLst/>
              <a:rect l="l" t="t" r="r" b="b"/>
              <a:pathLst>
                <a:path w="2858770" h="1146809">
                  <a:moveTo>
                    <a:pt x="0" y="1146683"/>
                  </a:moveTo>
                  <a:lnTo>
                    <a:pt x="2858389" y="1146683"/>
                  </a:lnTo>
                  <a:lnTo>
                    <a:pt x="2858389" y="0"/>
                  </a:lnTo>
                  <a:lnTo>
                    <a:pt x="0" y="0"/>
                  </a:lnTo>
                  <a:lnTo>
                    <a:pt x="0" y="1146683"/>
                  </a:lnTo>
                  <a:close/>
                </a:path>
              </a:pathLst>
            </a:custGeom>
            <a:ln w="5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6" name="object 96"/>
          <p:cNvGrpSpPr/>
          <p:nvPr/>
        </p:nvGrpSpPr>
        <p:grpSpPr>
          <a:xfrm>
            <a:off x="239077" y="5824766"/>
            <a:ext cx="774700" cy="1108710"/>
            <a:chOff x="239077" y="5824766"/>
            <a:chExt cx="774700" cy="1108710"/>
          </a:xfrm>
        </p:grpSpPr>
        <p:pic>
          <p:nvPicPr>
            <p:cNvPr id="97" name="object 9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42227" y="5827814"/>
              <a:ext cx="768159" cy="826655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240753" y="5826353"/>
              <a:ext cx="771525" cy="829944"/>
            </a:xfrm>
            <a:custGeom>
              <a:avLst/>
              <a:gdLst/>
              <a:ahLst/>
              <a:cxnLst/>
              <a:rect l="l" t="t" r="r" b="b"/>
              <a:pathLst>
                <a:path w="771525" h="829945">
                  <a:moveTo>
                    <a:pt x="0" y="829602"/>
                  </a:moveTo>
                  <a:lnTo>
                    <a:pt x="771118" y="829602"/>
                  </a:lnTo>
                  <a:lnTo>
                    <a:pt x="771118" y="0"/>
                  </a:lnTo>
                  <a:lnTo>
                    <a:pt x="0" y="0"/>
                  </a:lnTo>
                  <a:lnTo>
                    <a:pt x="0" y="82960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576033" y="5868784"/>
              <a:ext cx="157480" cy="227965"/>
            </a:xfrm>
            <a:custGeom>
              <a:avLst/>
              <a:gdLst/>
              <a:ahLst/>
              <a:cxnLst/>
              <a:rect l="l" t="t" r="r" b="b"/>
              <a:pathLst>
                <a:path w="157479" h="227964">
                  <a:moveTo>
                    <a:pt x="0" y="227469"/>
                  </a:moveTo>
                  <a:lnTo>
                    <a:pt x="157378" y="227469"/>
                  </a:lnTo>
                  <a:lnTo>
                    <a:pt x="157378" y="0"/>
                  </a:lnTo>
                  <a:lnTo>
                    <a:pt x="0" y="0"/>
                  </a:lnTo>
                  <a:lnTo>
                    <a:pt x="0" y="227469"/>
                  </a:lnTo>
                  <a:close/>
                </a:path>
              </a:pathLst>
            </a:custGeom>
            <a:ln w="885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239077" y="6654469"/>
              <a:ext cx="771525" cy="279400"/>
            </a:xfrm>
            <a:custGeom>
              <a:avLst/>
              <a:gdLst/>
              <a:ahLst/>
              <a:cxnLst/>
              <a:rect l="l" t="t" r="r" b="b"/>
              <a:pathLst>
                <a:path w="771525" h="279400">
                  <a:moveTo>
                    <a:pt x="771309" y="0"/>
                  </a:moveTo>
                  <a:lnTo>
                    <a:pt x="0" y="0"/>
                  </a:lnTo>
                  <a:lnTo>
                    <a:pt x="0" y="278904"/>
                  </a:lnTo>
                  <a:lnTo>
                    <a:pt x="771309" y="278904"/>
                  </a:lnTo>
                  <a:lnTo>
                    <a:pt x="77130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2" name="object 102"/>
          <p:cNvGrpSpPr/>
          <p:nvPr/>
        </p:nvGrpSpPr>
        <p:grpSpPr>
          <a:xfrm>
            <a:off x="911275" y="5805919"/>
            <a:ext cx="428625" cy="185420"/>
            <a:chOff x="911275" y="5805919"/>
            <a:chExt cx="428625" cy="185420"/>
          </a:xfrm>
        </p:grpSpPr>
        <p:sp>
          <p:nvSpPr>
            <p:cNvPr id="103" name="object 103"/>
            <p:cNvSpPr/>
            <p:nvPr/>
          </p:nvSpPr>
          <p:spPr>
            <a:xfrm>
              <a:off x="913498" y="5808141"/>
              <a:ext cx="424180" cy="180975"/>
            </a:xfrm>
            <a:custGeom>
              <a:avLst/>
              <a:gdLst/>
              <a:ahLst/>
              <a:cxnLst/>
              <a:rect l="l" t="t" r="r" b="b"/>
              <a:pathLst>
                <a:path w="424180" h="180975">
                  <a:moveTo>
                    <a:pt x="423760" y="0"/>
                  </a:moveTo>
                  <a:lnTo>
                    <a:pt x="0" y="0"/>
                  </a:lnTo>
                  <a:lnTo>
                    <a:pt x="0" y="180543"/>
                  </a:lnTo>
                  <a:lnTo>
                    <a:pt x="423760" y="180543"/>
                  </a:lnTo>
                  <a:lnTo>
                    <a:pt x="4237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913498" y="5808141"/>
              <a:ext cx="424180" cy="180975"/>
            </a:xfrm>
            <a:custGeom>
              <a:avLst/>
              <a:gdLst/>
              <a:ahLst/>
              <a:cxnLst/>
              <a:rect l="l" t="t" r="r" b="b"/>
              <a:pathLst>
                <a:path w="424180" h="180975">
                  <a:moveTo>
                    <a:pt x="0" y="180543"/>
                  </a:moveTo>
                  <a:lnTo>
                    <a:pt x="423760" y="180543"/>
                  </a:lnTo>
                  <a:lnTo>
                    <a:pt x="423760" y="0"/>
                  </a:lnTo>
                  <a:lnTo>
                    <a:pt x="0" y="0"/>
                  </a:lnTo>
                  <a:lnTo>
                    <a:pt x="0" y="180543"/>
                  </a:lnTo>
                  <a:close/>
                </a:path>
              </a:pathLst>
            </a:custGeom>
            <a:ln w="393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5" name="object 105"/>
          <p:cNvSpPr txBox="1"/>
          <p:nvPr/>
        </p:nvSpPr>
        <p:spPr>
          <a:xfrm>
            <a:off x="1074216" y="5846775"/>
            <a:ext cx="102235" cy="100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25">
                <a:solidFill>
                  <a:srgbClr val="FF0000"/>
                </a:solidFill>
                <a:latin typeface="Times New Roman"/>
                <a:cs typeface="Times New Roman"/>
              </a:rPr>
              <a:t>H9</a:t>
            </a:r>
            <a:endParaRPr sz="50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7417816" y="5795555"/>
            <a:ext cx="2540635" cy="1156335"/>
            <a:chOff x="7417816" y="5795555"/>
            <a:chExt cx="2540635" cy="1156335"/>
          </a:xfrm>
        </p:grpSpPr>
        <p:pic>
          <p:nvPicPr>
            <p:cNvPr id="74" name="object 7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30853" y="5807948"/>
              <a:ext cx="706403" cy="1143792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45219" y="5821552"/>
              <a:ext cx="662787" cy="1101648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9240774" y="5817107"/>
              <a:ext cx="671830" cy="1110615"/>
            </a:xfrm>
            <a:custGeom>
              <a:avLst/>
              <a:gdLst/>
              <a:ahLst/>
              <a:cxnLst/>
              <a:rect l="l" t="t" r="r" b="b"/>
              <a:pathLst>
                <a:path w="671829" h="1110615">
                  <a:moveTo>
                    <a:pt x="0" y="1110526"/>
                  </a:moveTo>
                  <a:lnTo>
                    <a:pt x="671652" y="1110526"/>
                  </a:lnTo>
                  <a:lnTo>
                    <a:pt x="671652" y="0"/>
                  </a:lnTo>
                  <a:lnTo>
                    <a:pt x="0" y="0"/>
                  </a:lnTo>
                  <a:lnTo>
                    <a:pt x="0" y="1110526"/>
                  </a:lnTo>
                  <a:close/>
                </a:path>
              </a:pathLst>
            </a:custGeom>
            <a:ln w="885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637665" y="6020450"/>
              <a:ext cx="218154" cy="169640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633855" y="6467871"/>
              <a:ext cx="218281" cy="169691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446245" y="5824724"/>
              <a:ext cx="924343" cy="1123956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457694" y="5835954"/>
              <a:ext cx="887895" cy="1087247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7454773" y="5833008"/>
              <a:ext cx="894080" cy="1093470"/>
            </a:xfrm>
            <a:custGeom>
              <a:avLst/>
              <a:gdLst/>
              <a:ahLst/>
              <a:cxnLst/>
              <a:rect l="l" t="t" r="r" b="b"/>
              <a:pathLst>
                <a:path w="894079" h="1093470">
                  <a:moveTo>
                    <a:pt x="0" y="1093152"/>
                  </a:moveTo>
                  <a:lnTo>
                    <a:pt x="893800" y="1093152"/>
                  </a:lnTo>
                  <a:lnTo>
                    <a:pt x="893800" y="0"/>
                  </a:lnTo>
                  <a:lnTo>
                    <a:pt x="0" y="0"/>
                  </a:lnTo>
                  <a:lnTo>
                    <a:pt x="0" y="1093152"/>
                  </a:lnTo>
                  <a:close/>
                </a:path>
              </a:pathLst>
            </a:custGeom>
            <a:ln w="590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423148" y="5815583"/>
              <a:ext cx="776097" cy="1115136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8418957" y="5811519"/>
              <a:ext cx="786130" cy="1125220"/>
            </a:xfrm>
            <a:custGeom>
              <a:avLst/>
              <a:gdLst/>
              <a:ahLst/>
              <a:cxnLst/>
              <a:rect l="l" t="t" r="r" b="b"/>
              <a:pathLst>
                <a:path w="786129" h="1125220">
                  <a:moveTo>
                    <a:pt x="781431" y="5080"/>
                  </a:moveTo>
                  <a:lnTo>
                    <a:pt x="102704" y="5080"/>
                  </a:lnTo>
                  <a:lnTo>
                    <a:pt x="102704" y="6350"/>
                  </a:lnTo>
                  <a:lnTo>
                    <a:pt x="780288" y="6350"/>
                  </a:lnTo>
                  <a:lnTo>
                    <a:pt x="780288" y="1118870"/>
                  </a:lnTo>
                  <a:lnTo>
                    <a:pt x="5842" y="1118870"/>
                  </a:lnTo>
                  <a:lnTo>
                    <a:pt x="5842" y="180467"/>
                  </a:lnTo>
                  <a:lnTo>
                    <a:pt x="4699" y="180467"/>
                  </a:lnTo>
                  <a:lnTo>
                    <a:pt x="4699" y="1118870"/>
                  </a:lnTo>
                  <a:lnTo>
                    <a:pt x="4699" y="1120140"/>
                  </a:lnTo>
                  <a:lnTo>
                    <a:pt x="781431" y="1120140"/>
                  </a:lnTo>
                  <a:lnTo>
                    <a:pt x="781431" y="1119200"/>
                  </a:lnTo>
                  <a:lnTo>
                    <a:pt x="781431" y="1118870"/>
                  </a:lnTo>
                  <a:lnTo>
                    <a:pt x="781431" y="6350"/>
                  </a:lnTo>
                  <a:lnTo>
                    <a:pt x="781431" y="6223"/>
                  </a:lnTo>
                  <a:lnTo>
                    <a:pt x="781431" y="5080"/>
                  </a:lnTo>
                  <a:close/>
                </a:path>
                <a:path w="786129" h="1125220">
                  <a:moveTo>
                    <a:pt x="786130" y="3937"/>
                  </a:moveTo>
                  <a:lnTo>
                    <a:pt x="782574" y="3937"/>
                  </a:lnTo>
                  <a:lnTo>
                    <a:pt x="782574" y="1121410"/>
                  </a:lnTo>
                  <a:lnTo>
                    <a:pt x="3556" y="1121410"/>
                  </a:lnTo>
                  <a:lnTo>
                    <a:pt x="3556" y="180467"/>
                  </a:lnTo>
                  <a:lnTo>
                    <a:pt x="0" y="180467"/>
                  </a:lnTo>
                  <a:lnTo>
                    <a:pt x="0" y="1121410"/>
                  </a:lnTo>
                  <a:lnTo>
                    <a:pt x="0" y="1125220"/>
                  </a:lnTo>
                  <a:lnTo>
                    <a:pt x="786130" y="1125220"/>
                  </a:lnTo>
                  <a:lnTo>
                    <a:pt x="786130" y="1121562"/>
                  </a:lnTo>
                  <a:lnTo>
                    <a:pt x="786130" y="1121410"/>
                  </a:lnTo>
                  <a:lnTo>
                    <a:pt x="786130" y="3937"/>
                  </a:lnTo>
                  <a:close/>
                </a:path>
                <a:path w="786129" h="1125220">
                  <a:moveTo>
                    <a:pt x="786130" y="0"/>
                  </a:moveTo>
                  <a:lnTo>
                    <a:pt x="102704" y="0"/>
                  </a:lnTo>
                  <a:lnTo>
                    <a:pt x="102704" y="3810"/>
                  </a:lnTo>
                  <a:lnTo>
                    <a:pt x="786130" y="3810"/>
                  </a:lnTo>
                  <a:lnTo>
                    <a:pt x="78613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7422261" y="5807062"/>
              <a:ext cx="2531745" cy="1130935"/>
            </a:xfrm>
            <a:custGeom>
              <a:avLst/>
              <a:gdLst/>
              <a:ahLst/>
              <a:cxnLst/>
              <a:rect l="l" t="t" r="r" b="b"/>
              <a:pathLst>
                <a:path w="2531745" h="1130934">
                  <a:moveTo>
                    <a:pt x="0" y="1130350"/>
                  </a:moveTo>
                  <a:lnTo>
                    <a:pt x="2531237" y="1130350"/>
                  </a:lnTo>
                  <a:lnTo>
                    <a:pt x="2531237" y="0"/>
                  </a:lnTo>
                  <a:lnTo>
                    <a:pt x="0" y="0"/>
                  </a:lnTo>
                  <a:lnTo>
                    <a:pt x="0" y="1130350"/>
                  </a:lnTo>
                  <a:close/>
                </a:path>
              </a:pathLst>
            </a:custGeom>
            <a:ln w="8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8164322" y="5797778"/>
              <a:ext cx="357505" cy="194310"/>
            </a:xfrm>
            <a:custGeom>
              <a:avLst/>
              <a:gdLst/>
              <a:ahLst/>
              <a:cxnLst/>
              <a:rect l="l" t="t" r="r" b="b"/>
              <a:pathLst>
                <a:path w="357504" h="194310">
                  <a:moveTo>
                    <a:pt x="357339" y="0"/>
                  </a:moveTo>
                  <a:lnTo>
                    <a:pt x="0" y="0"/>
                  </a:lnTo>
                  <a:lnTo>
                    <a:pt x="0" y="194208"/>
                  </a:lnTo>
                  <a:lnTo>
                    <a:pt x="357339" y="194208"/>
                  </a:lnTo>
                  <a:lnTo>
                    <a:pt x="3573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8164322" y="5797778"/>
              <a:ext cx="357505" cy="194310"/>
            </a:xfrm>
            <a:custGeom>
              <a:avLst/>
              <a:gdLst/>
              <a:ahLst/>
              <a:cxnLst/>
              <a:rect l="l" t="t" r="r" b="b"/>
              <a:pathLst>
                <a:path w="357504" h="194310">
                  <a:moveTo>
                    <a:pt x="0" y="194208"/>
                  </a:moveTo>
                  <a:lnTo>
                    <a:pt x="357339" y="194208"/>
                  </a:lnTo>
                  <a:lnTo>
                    <a:pt x="357339" y="0"/>
                  </a:lnTo>
                  <a:lnTo>
                    <a:pt x="0" y="0"/>
                  </a:lnTo>
                  <a:lnTo>
                    <a:pt x="0" y="194208"/>
                  </a:lnTo>
                  <a:close/>
                </a:path>
              </a:pathLst>
            </a:custGeom>
            <a:ln w="393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7" name="object 87"/>
          <p:cNvSpPr txBox="1"/>
          <p:nvPr/>
        </p:nvSpPr>
        <p:spPr>
          <a:xfrm>
            <a:off x="8292845" y="5843473"/>
            <a:ext cx="102235" cy="100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25">
                <a:solidFill>
                  <a:srgbClr val="FF0000"/>
                </a:solidFill>
                <a:latin typeface="Times New Roman"/>
                <a:cs typeface="Times New Roman"/>
              </a:rPr>
              <a:t>H7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335686" y="6736181"/>
            <a:ext cx="57721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b="1">
                <a:latin typeface="Arial"/>
                <a:cs typeface="Arial"/>
              </a:rPr>
              <a:t>Deformed</a:t>
            </a:r>
            <a:r>
              <a:rPr dirty="0" sz="550" spc="-10" b="1">
                <a:latin typeface="Arial"/>
                <a:cs typeface="Arial"/>
              </a:rPr>
              <a:t> </a:t>
            </a:r>
            <a:r>
              <a:rPr dirty="0" sz="550" spc="-20" b="1">
                <a:latin typeface="Arial"/>
                <a:cs typeface="Arial"/>
              </a:rPr>
              <a:t>CAGE</a:t>
            </a:r>
            <a:endParaRPr sz="55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031773" y="6673684"/>
            <a:ext cx="1018540" cy="26289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31115" rIns="0" bIns="0" rtlCol="0" vert="horz">
            <a:spAutoFit/>
          </a:bodyPr>
          <a:lstStyle/>
          <a:p>
            <a:pPr marL="383540" marR="127000" indent="-252729">
              <a:lnSpc>
                <a:spcPct val="104700"/>
              </a:lnSpc>
              <a:spcBef>
                <a:spcPts val="245"/>
              </a:spcBef>
            </a:pPr>
            <a:r>
              <a:rPr dirty="0" sz="600" b="1">
                <a:latin typeface="Calibri"/>
                <a:cs typeface="Calibri"/>
              </a:rPr>
              <a:t>Edge</a:t>
            </a:r>
            <a:r>
              <a:rPr dirty="0" sz="600" spc="10" b="1">
                <a:latin typeface="Calibri"/>
                <a:cs typeface="Calibri"/>
              </a:rPr>
              <a:t> </a:t>
            </a:r>
            <a:r>
              <a:rPr dirty="0" sz="600" b="1">
                <a:latin typeface="Calibri"/>
                <a:cs typeface="Calibri"/>
              </a:rPr>
              <a:t>of</a:t>
            </a:r>
            <a:r>
              <a:rPr dirty="0" sz="600" spc="10" b="1">
                <a:latin typeface="Calibri"/>
                <a:cs typeface="Calibri"/>
              </a:rPr>
              <a:t> </a:t>
            </a:r>
            <a:r>
              <a:rPr dirty="0" sz="600" b="1">
                <a:latin typeface="Calibri"/>
                <a:cs typeface="Calibri"/>
              </a:rPr>
              <a:t>the</a:t>
            </a:r>
            <a:r>
              <a:rPr dirty="0" sz="600" spc="15" b="1">
                <a:latin typeface="Calibri"/>
                <a:cs typeface="Calibri"/>
              </a:rPr>
              <a:t> </a:t>
            </a:r>
            <a:r>
              <a:rPr dirty="0" sz="600" b="1">
                <a:latin typeface="Calibri"/>
                <a:cs typeface="Calibri"/>
              </a:rPr>
              <a:t>spring </a:t>
            </a:r>
            <a:r>
              <a:rPr dirty="0" sz="600" spc="-20" b="1">
                <a:latin typeface="Calibri"/>
                <a:cs typeface="Calibri"/>
              </a:rPr>
              <a:t>bent</a:t>
            </a:r>
            <a:r>
              <a:rPr dirty="0" sz="600" spc="500" b="1">
                <a:latin typeface="Calibri"/>
                <a:cs typeface="Calibri"/>
              </a:rPr>
              <a:t> </a:t>
            </a:r>
            <a:r>
              <a:rPr dirty="0" sz="600" spc="-10" b="1">
                <a:latin typeface="Calibri"/>
                <a:cs typeface="Calibri"/>
              </a:rPr>
              <a:t>upward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2078989" y="6673684"/>
            <a:ext cx="947419" cy="239395"/>
          </a:xfrm>
          <a:custGeom>
            <a:avLst/>
            <a:gdLst/>
            <a:ahLst/>
            <a:cxnLst/>
            <a:rect l="l" t="t" r="r" b="b"/>
            <a:pathLst>
              <a:path w="947419" h="239395">
                <a:moveTo>
                  <a:pt x="947369" y="0"/>
                </a:moveTo>
                <a:lnTo>
                  <a:pt x="0" y="0"/>
                </a:lnTo>
                <a:lnTo>
                  <a:pt x="0" y="238899"/>
                </a:lnTo>
                <a:lnTo>
                  <a:pt x="947369" y="238899"/>
                </a:lnTo>
                <a:lnTo>
                  <a:pt x="94736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 txBox="1"/>
          <p:nvPr/>
        </p:nvSpPr>
        <p:spPr>
          <a:xfrm>
            <a:off x="2401061" y="6719417"/>
            <a:ext cx="303530" cy="1390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50" spc="-10" b="1">
                <a:latin typeface="Calibri"/>
                <a:cs typeface="Calibri"/>
              </a:rPr>
              <a:t>Broken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148" name="object 148"/>
          <p:cNvGrpSpPr/>
          <p:nvPr/>
        </p:nvGrpSpPr>
        <p:grpSpPr>
          <a:xfrm>
            <a:off x="3319398" y="5753544"/>
            <a:ext cx="3928745" cy="1195705"/>
            <a:chOff x="3319398" y="5753544"/>
            <a:chExt cx="3928745" cy="1195705"/>
          </a:xfrm>
        </p:grpSpPr>
        <p:pic>
          <p:nvPicPr>
            <p:cNvPr id="149" name="object 14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337432" y="5773610"/>
              <a:ext cx="589686" cy="905840"/>
            </a:xfrm>
            <a:prstGeom prst="rect">
              <a:avLst/>
            </a:prstGeom>
          </p:spPr>
        </p:pic>
        <p:sp>
          <p:nvSpPr>
            <p:cNvPr id="150" name="object 150"/>
            <p:cNvSpPr/>
            <p:nvPr/>
          </p:nvSpPr>
          <p:spPr>
            <a:xfrm>
              <a:off x="3336035" y="5772124"/>
              <a:ext cx="593090" cy="909319"/>
            </a:xfrm>
            <a:custGeom>
              <a:avLst/>
              <a:gdLst/>
              <a:ahLst/>
              <a:cxnLst/>
              <a:rect l="l" t="t" r="r" b="b"/>
              <a:pathLst>
                <a:path w="593089" h="909320">
                  <a:moveTo>
                    <a:pt x="0" y="908799"/>
                  </a:moveTo>
                  <a:lnTo>
                    <a:pt x="592632" y="908799"/>
                  </a:lnTo>
                  <a:lnTo>
                    <a:pt x="592632" y="0"/>
                  </a:lnTo>
                  <a:lnTo>
                    <a:pt x="0" y="0"/>
                  </a:lnTo>
                  <a:lnTo>
                    <a:pt x="0" y="90879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1" name="object 15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344411" y="5770041"/>
              <a:ext cx="903414" cy="969632"/>
            </a:xfrm>
            <a:prstGeom prst="rect">
              <a:avLst/>
            </a:prstGeom>
          </p:spPr>
        </p:pic>
        <p:sp>
          <p:nvSpPr>
            <p:cNvPr id="152" name="object 152"/>
            <p:cNvSpPr/>
            <p:nvPr/>
          </p:nvSpPr>
          <p:spPr>
            <a:xfrm>
              <a:off x="3323843" y="5757989"/>
              <a:ext cx="3895090" cy="1186815"/>
            </a:xfrm>
            <a:custGeom>
              <a:avLst/>
              <a:gdLst/>
              <a:ahLst/>
              <a:cxnLst/>
              <a:rect l="l" t="t" r="r" b="b"/>
              <a:pathLst>
                <a:path w="3895090" h="1186815">
                  <a:moveTo>
                    <a:pt x="0" y="1186446"/>
                  </a:moveTo>
                  <a:lnTo>
                    <a:pt x="3894836" y="1186446"/>
                  </a:lnTo>
                  <a:lnTo>
                    <a:pt x="3894836" y="0"/>
                  </a:lnTo>
                  <a:lnTo>
                    <a:pt x="0" y="0"/>
                  </a:lnTo>
                  <a:lnTo>
                    <a:pt x="0" y="1186446"/>
                  </a:lnTo>
                  <a:close/>
                </a:path>
              </a:pathLst>
            </a:custGeom>
            <a:ln w="8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5565647" y="6694157"/>
              <a:ext cx="772795" cy="244475"/>
            </a:xfrm>
            <a:custGeom>
              <a:avLst/>
              <a:gdLst/>
              <a:ahLst/>
              <a:cxnLst/>
              <a:rect l="l" t="t" r="r" b="b"/>
              <a:pathLst>
                <a:path w="772795" h="244475">
                  <a:moveTo>
                    <a:pt x="772502" y="0"/>
                  </a:moveTo>
                  <a:lnTo>
                    <a:pt x="0" y="0"/>
                  </a:lnTo>
                  <a:lnTo>
                    <a:pt x="0" y="244259"/>
                  </a:lnTo>
                  <a:lnTo>
                    <a:pt x="772502" y="244259"/>
                  </a:lnTo>
                  <a:lnTo>
                    <a:pt x="77250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6" name="object 156"/>
          <p:cNvGrpSpPr/>
          <p:nvPr/>
        </p:nvGrpSpPr>
        <p:grpSpPr>
          <a:xfrm>
            <a:off x="3323907" y="5770245"/>
            <a:ext cx="234950" cy="210185"/>
            <a:chOff x="3323907" y="5770245"/>
            <a:chExt cx="234950" cy="210185"/>
          </a:xfrm>
        </p:grpSpPr>
        <p:sp>
          <p:nvSpPr>
            <p:cNvPr id="157" name="object 157"/>
            <p:cNvSpPr/>
            <p:nvPr/>
          </p:nvSpPr>
          <p:spPr>
            <a:xfrm>
              <a:off x="3326130" y="5772467"/>
              <a:ext cx="230504" cy="205740"/>
            </a:xfrm>
            <a:custGeom>
              <a:avLst/>
              <a:gdLst/>
              <a:ahLst/>
              <a:cxnLst/>
              <a:rect l="l" t="t" r="r" b="b"/>
              <a:pathLst>
                <a:path w="230504" h="205739">
                  <a:moveTo>
                    <a:pt x="229984" y="0"/>
                  </a:moveTo>
                  <a:lnTo>
                    <a:pt x="0" y="0"/>
                  </a:lnTo>
                  <a:lnTo>
                    <a:pt x="0" y="205549"/>
                  </a:lnTo>
                  <a:lnTo>
                    <a:pt x="229984" y="205549"/>
                  </a:lnTo>
                  <a:lnTo>
                    <a:pt x="2299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3326130" y="5772467"/>
              <a:ext cx="230504" cy="205740"/>
            </a:xfrm>
            <a:custGeom>
              <a:avLst/>
              <a:gdLst/>
              <a:ahLst/>
              <a:cxnLst/>
              <a:rect l="l" t="t" r="r" b="b"/>
              <a:pathLst>
                <a:path w="230504" h="205739">
                  <a:moveTo>
                    <a:pt x="0" y="205549"/>
                  </a:moveTo>
                  <a:lnTo>
                    <a:pt x="229984" y="205549"/>
                  </a:lnTo>
                  <a:lnTo>
                    <a:pt x="229984" y="0"/>
                  </a:lnTo>
                  <a:lnTo>
                    <a:pt x="0" y="0"/>
                  </a:lnTo>
                  <a:lnTo>
                    <a:pt x="0" y="205549"/>
                  </a:lnTo>
                  <a:close/>
                </a:path>
              </a:pathLst>
            </a:custGeom>
            <a:ln w="393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9" name="object 159"/>
          <p:cNvSpPr txBox="1"/>
          <p:nvPr/>
        </p:nvSpPr>
        <p:spPr>
          <a:xfrm>
            <a:off x="3390391" y="5823661"/>
            <a:ext cx="102870" cy="100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25">
                <a:solidFill>
                  <a:srgbClr val="FF0000"/>
                </a:solidFill>
                <a:latin typeface="Times New Roman"/>
                <a:cs typeface="Times New Roman"/>
              </a:rPr>
              <a:t>H8</a:t>
            </a:r>
            <a:endParaRPr sz="500">
              <a:latin typeface="Times New Roman"/>
              <a:cs typeface="Times New Roman"/>
            </a:endParaRPr>
          </a:p>
        </p:txBody>
      </p:sp>
      <p:grpSp>
        <p:nvGrpSpPr>
          <p:cNvPr id="169" name="object 169"/>
          <p:cNvGrpSpPr/>
          <p:nvPr/>
        </p:nvGrpSpPr>
        <p:grpSpPr>
          <a:xfrm>
            <a:off x="3327908" y="5776899"/>
            <a:ext cx="1140460" cy="1153160"/>
            <a:chOff x="3327908" y="5776899"/>
            <a:chExt cx="1140460" cy="1153160"/>
          </a:xfrm>
        </p:grpSpPr>
        <p:pic>
          <p:nvPicPr>
            <p:cNvPr id="170" name="object 17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942969" y="5779973"/>
              <a:ext cx="521970" cy="905497"/>
            </a:xfrm>
            <a:prstGeom prst="rect">
              <a:avLst/>
            </a:prstGeom>
          </p:spPr>
        </p:pic>
        <p:sp>
          <p:nvSpPr>
            <p:cNvPr id="171" name="object 171"/>
            <p:cNvSpPr/>
            <p:nvPr/>
          </p:nvSpPr>
          <p:spPr>
            <a:xfrm>
              <a:off x="3941445" y="5778487"/>
              <a:ext cx="525145" cy="908685"/>
            </a:xfrm>
            <a:custGeom>
              <a:avLst/>
              <a:gdLst/>
              <a:ahLst/>
              <a:cxnLst/>
              <a:rect l="l" t="t" r="r" b="b"/>
              <a:pathLst>
                <a:path w="525145" h="908684">
                  <a:moveTo>
                    <a:pt x="0" y="908456"/>
                  </a:moveTo>
                  <a:lnTo>
                    <a:pt x="524916" y="908456"/>
                  </a:lnTo>
                  <a:lnTo>
                    <a:pt x="524916" y="0"/>
                  </a:lnTo>
                  <a:lnTo>
                    <a:pt x="0" y="0"/>
                  </a:lnTo>
                  <a:lnTo>
                    <a:pt x="0" y="90845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3327908" y="6685470"/>
              <a:ext cx="593725" cy="245110"/>
            </a:xfrm>
            <a:custGeom>
              <a:avLst/>
              <a:gdLst/>
              <a:ahLst/>
              <a:cxnLst/>
              <a:rect l="l" t="t" r="r" b="b"/>
              <a:pathLst>
                <a:path w="593725" h="245109">
                  <a:moveTo>
                    <a:pt x="593712" y="0"/>
                  </a:moveTo>
                  <a:lnTo>
                    <a:pt x="0" y="0"/>
                  </a:lnTo>
                  <a:lnTo>
                    <a:pt x="0" y="244563"/>
                  </a:lnTo>
                  <a:lnTo>
                    <a:pt x="593712" y="244563"/>
                  </a:lnTo>
                  <a:lnTo>
                    <a:pt x="59371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3" name="object 173"/>
          <p:cNvSpPr txBox="1"/>
          <p:nvPr/>
        </p:nvSpPr>
        <p:spPr>
          <a:xfrm>
            <a:off x="3448050" y="6697776"/>
            <a:ext cx="354965" cy="2120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6195" marR="5080" indent="-24130">
              <a:lnSpc>
                <a:spcPct val="100000"/>
              </a:lnSpc>
              <a:spcBef>
                <a:spcPts val="120"/>
              </a:spcBef>
            </a:pPr>
            <a:r>
              <a:rPr dirty="0" sz="600" spc="-10" b="1">
                <a:latin typeface="Arial"/>
                <a:cs typeface="Arial"/>
              </a:rPr>
              <a:t>Damage,</a:t>
            </a:r>
            <a:r>
              <a:rPr dirty="0" sz="600" spc="500" b="1">
                <a:latin typeface="Arial"/>
                <a:cs typeface="Arial"/>
              </a:rPr>
              <a:t> </a:t>
            </a:r>
            <a:r>
              <a:rPr dirty="0" sz="600" spc="-10" b="1">
                <a:latin typeface="Arial"/>
                <a:cs typeface="Arial"/>
              </a:rPr>
              <a:t>scratch</a:t>
            </a:r>
            <a:endParaRPr sz="600">
              <a:latin typeface="Arial"/>
              <a:cs typeface="Arial"/>
            </a:endParaRPr>
          </a:p>
        </p:txBody>
      </p:sp>
      <p:sp>
        <p:nvSpPr>
          <p:cNvPr id="174" name="object 174"/>
          <p:cNvSpPr/>
          <p:nvPr/>
        </p:nvSpPr>
        <p:spPr>
          <a:xfrm>
            <a:off x="3926459" y="6691921"/>
            <a:ext cx="548005" cy="240665"/>
          </a:xfrm>
          <a:custGeom>
            <a:avLst/>
            <a:gdLst/>
            <a:ahLst/>
            <a:cxnLst/>
            <a:rect l="l" t="t" r="r" b="b"/>
            <a:pathLst>
              <a:path w="548004" h="240665">
                <a:moveTo>
                  <a:pt x="547725" y="0"/>
                </a:moveTo>
                <a:lnTo>
                  <a:pt x="0" y="0"/>
                </a:lnTo>
                <a:lnTo>
                  <a:pt x="0" y="240474"/>
                </a:lnTo>
                <a:lnTo>
                  <a:pt x="547725" y="240474"/>
                </a:lnTo>
                <a:lnTo>
                  <a:pt x="54772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 txBox="1"/>
          <p:nvPr/>
        </p:nvSpPr>
        <p:spPr>
          <a:xfrm>
            <a:off x="4114291" y="6740144"/>
            <a:ext cx="173355" cy="1390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750" spc="-25" b="1">
                <a:solidFill>
                  <a:srgbClr val="00AF50"/>
                </a:solidFill>
                <a:latin typeface="Times New Roman"/>
                <a:cs typeface="Times New Roman"/>
              </a:rPr>
              <a:t>OK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160" name="object 160"/>
          <p:cNvGrpSpPr/>
          <p:nvPr/>
        </p:nvGrpSpPr>
        <p:grpSpPr>
          <a:xfrm>
            <a:off x="4484496" y="5782195"/>
            <a:ext cx="1087755" cy="1156335"/>
            <a:chOff x="4484496" y="5782195"/>
            <a:chExt cx="1087755" cy="1156335"/>
          </a:xfrm>
        </p:grpSpPr>
        <p:pic>
          <p:nvPicPr>
            <p:cNvPr id="161" name="object 1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488306" y="5785268"/>
              <a:ext cx="538924" cy="900201"/>
            </a:xfrm>
            <a:prstGeom prst="rect">
              <a:avLst/>
            </a:prstGeom>
          </p:spPr>
        </p:pic>
        <p:sp>
          <p:nvSpPr>
            <p:cNvPr id="162" name="object 162"/>
            <p:cNvSpPr/>
            <p:nvPr/>
          </p:nvSpPr>
          <p:spPr>
            <a:xfrm>
              <a:off x="4486909" y="5783783"/>
              <a:ext cx="542290" cy="903605"/>
            </a:xfrm>
            <a:custGeom>
              <a:avLst/>
              <a:gdLst/>
              <a:ahLst/>
              <a:cxnLst/>
              <a:rect l="l" t="t" r="r" b="b"/>
              <a:pathLst>
                <a:path w="542289" h="903604">
                  <a:moveTo>
                    <a:pt x="0" y="903160"/>
                  </a:moveTo>
                  <a:lnTo>
                    <a:pt x="541883" y="903160"/>
                  </a:lnTo>
                  <a:lnTo>
                    <a:pt x="541883" y="0"/>
                  </a:lnTo>
                  <a:lnTo>
                    <a:pt x="0" y="0"/>
                  </a:lnTo>
                  <a:lnTo>
                    <a:pt x="0" y="90316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3" name="object 16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047233" y="5785268"/>
              <a:ext cx="521970" cy="894181"/>
            </a:xfrm>
            <a:prstGeom prst="rect">
              <a:avLst/>
            </a:prstGeom>
          </p:spPr>
        </p:pic>
        <p:sp>
          <p:nvSpPr>
            <p:cNvPr id="164" name="object 164"/>
            <p:cNvSpPr/>
            <p:nvPr/>
          </p:nvSpPr>
          <p:spPr>
            <a:xfrm>
              <a:off x="5045709" y="5783783"/>
              <a:ext cx="525145" cy="897255"/>
            </a:xfrm>
            <a:custGeom>
              <a:avLst/>
              <a:gdLst/>
              <a:ahLst/>
              <a:cxnLst/>
              <a:rect l="l" t="t" r="r" b="b"/>
              <a:pathLst>
                <a:path w="525145" h="897254">
                  <a:moveTo>
                    <a:pt x="0" y="897140"/>
                  </a:moveTo>
                  <a:lnTo>
                    <a:pt x="524916" y="897140"/>
                  </a:lnTo>
                  <a:lnTo>
                    <a:pt x="524916" y="0"/>
                  </a:lnTo>
                  <a:lnTo>
                    <a:pt x="0" y="0"/>
                  </a:lnTo>
                  <a:lnTo>
                    <a:pt x="0" y="89714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4484496" y="6697509"/>
              <a:ext cx="534670" cy="241300"/>
            </a:xfrm>
            <a:custGeom>
              <a:avLst/>
              <a:gdLst/>
              <a:ahLst/>
              <a:cxnLst/>
              <a:rect l="l" t="t" r="r" b="b"/>
              <a:pathLst>
                <a:path w="534670" h="241300">
                  <a:moveTo>
                    <a:pt x="534200" y="0"/>
                  </a:moveTo>
                  <a:lnTo>
                    <a:pt x="0" y="0"/>
                  </a:lnTo>
                  <a:lnTo>
                    <a:pt x="0" y="240906"/>
                  </a:lnTo>
                  <a:lnTo>
                    <a:pt x="534200" y="240906"/>
                  </a:lnTo>
                  <a:lnTo>
                    <a:pt x="5342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6" name="object 176"/>
          <p:cNvGrpSpPr/>
          <p:nvPr/>
        </p:nvGrpSpPr>
        <p:grpSpPr>
          <a:xfrm>
            <a:off x="5605907" y="5793016"/>
            <a:ext cx="719455" cy="891540"/>
            <a:chOff x="5605907" y="5793016"/>
            <a:chExt cx="719455" cy="891540"/>
          </a:xfrm>
        </p:grpSpPr>
        <p:pic>
          <p:nvPicPr>
            <p:cNvPr id="177" name="object 17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605907" y="5793016"/>
              <a:ext cx="718934" cy="891235"/>
            </a:xfrm>
            <a:prstGeom prst="rect">
              <a:avLst/>
            </a:prstGeom>
          </p:spPr>
        </p:pic>
        <p:sp>
          <p:nvSpPr>
            <p:cNvPr id="178" name="object 178"/>
            <p:cNvSpPr/>
            <p:nvPr/>
          </p:nvSpPr>
          <p:spPr>
            <a:xfrm>
              <a:off x="5692394" y="5981750"/>
              <a:ext cx="604520" cy="404495"/>
            </a:xfrm>
            <a:custGeom>
              <a:avLst/>
              <a:gdLst/>
              <a:ahLst/>
              <a:cxnLst/>
              <a:rect l="l" t="t" r="r" b="b"/>
              <a:pathLst>
                <a:path w="604520" h="404495">
                  <a:moveTo>
                    <a:pt x="0" y="403936"/>
                  </a:moveTo>
                  <a:lnTo>
                    <a:pt x="604494" y="403936"/>
                  </a:lnTo>
                  <a:lnTo>
                    <a:pt x="604494" y="0"/>
                  </a:lnTo>
                  <a:lnTo>
                    <a:pt x="0" y="0"/>
                  </a:lnTo>
                  <a:lnTo>
                    <a:pt x="0" y="403936"/>
                  </a:lnTo>
                  <a:close/>
                </a:path>
              </a:pathLst>
            </a:custGeom>
            <a:ln w="1771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6" name="object 166"/>
          <p:cNvSpPr txBox="1"/>
          <p:nvPr/>
        </p:nvSpPr>
        <p:spPr>
          <a:xfrm>
            <a:off x="4538598" y="6760261"/>
            <a:ext cx="427990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b="1">
                <a:latin typeface="Arial"/>
                <a:cs typeface="Arial"/>
              </a:rPr>
              <a:t>Snaps</a:t>
            </a:r>
            <a:r>
              <a:rPr dirty="0" sz="550" spc="20" b="1">
                <a:latin typeface="Arial"/>
                <a:cs typeface="Arial"/>
              </a:rPr>
              <a:t> </a:t>
            </a:r>
            <a:r>
              <a:rPr dirty="0" sz="550" spc="-20" b="1">
                <a:latin typeface="Arial"/>
                <a:cs typeface="Arial"/>
              </a:rPr>
              <a:t>bend</a:t>
            </a:r>
            <a:endParaRPr sz="550">
              <a:latin typeface="Arial"/>
              <a:cs typeface="Arial"/>
            </a:endParaRPr>
          </a:p>
        </p:txBody>
      </p:sp>
      <p:sp>
        <p:nvSpPr>
          <p:cNvPr id="167" name="object 167"/>
          <p:cNvSpPr/>
          <p:nvPr/>
        </p:nvSpPr>
        <p:spPr>
          <a:xfrm>
            <a:off x="5043551" y="6692848"/>
            <a:ext cx="524510" cy="245745"/>
          </a:xfrm>
          <a:custGeom>
            <a:avLst/>
            <a:gdLst/>
            <a:ahLst/>
            <a:cxnLst/>
            <a:rect l="l" t="t" r="r" b="b"/>
            <a:pathLst>
              <a:path w="524510" h="245745">
                <a:moveTo>
                  <a:pt x="524205" y="0"/>
                </a:moveTo>
                <a:lnTo>
                  <a:pt x="0" y="0"/>
                </a:lnTo>
                <a:lnTo>
                  <a:pt x="0" y="245567"/>
                </a:lnTo>
                <a:lnTo>
                  <a:pt x="524205" y="245567"/>
                </a:lnTo>
                <a:lnTo>
                  <a:pt x="52420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 txBox="1"/>
          <p:nvPr/>
        </p:nvSpPr>
        <p:spPr>
          <a:xfrm>
            <a:off x="5124069" y="6757822"/>
            <a:ext cx="365125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b="1">
                <a:latin typeface="Arial"/>
                <a:cs typeface="Arial"/>
              </a:rPr>
              <a:t>Snaps</a:t>
            </a:r>
            <a:r>
              <a:rPr dirty="0" sz="550" spc="20" b="1">
                <a:latin typeface="Arial"/>
                <a:cs typeface="Arial"/>
              </a:rPr>
              <a:t> </a:t>
            </a:r>
            <a:r>
              <a:rPr dirty="0" sz="550" spc="-25" b="1">
                <a:latin typeface="Arial"/>
                <a:cs typeface="Arial"/>
              </a:rPr>
              <a:t>OK</a:t>
            </a:r>
            <a:endParaRPr sz="550">
              <a:latin typeface="Arial"/>
              <a:cs typeface="Arial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5731890" y="6752945"/>
            <a:ext cx="441325" cy="120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00" b="1">
                <a:latin typeface="Calibri"/>
                <a:cs typeface="Calibri"/>
              </a:rPr>
              <a:t>warped</a:t>
            </a:r>
            <a:r>
              <a:rPr dirty="0" sz="600" spc="30" b="1">
                <a:latin typeface="Calibri"/>
                <a:cs typeface="Calibri"/>
              </a:rPr>
              <a:t> </a:t>
            </a:r>
            <a:r>
              <a:rPr dirty="0" sz="600" spc="-20" b="1">
                <a:latin typeface="Calibri"/>
                <a:cs typeface="Calibri"/>
              </a:rPr>
              <a:t>cage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6357239" y="6688797"/>
            <a:ext cx="853440" cy="25019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34290" rIns="0" bIns="0" rtlCol="0" vert="horz">
            <a:spAutoFit/>
          </a:bodyPr>
          <a:lstStyle/>
          <a:p>
            <a:pPr marL="341630" marR="79375" indent="-252095">
              <a:lnSpc>
                <a:spcPct val="103299"/>
              </a:lnSpc>
              <a:spcBef>
                <a:spcPts val="270"/>
              </a:spcBef>
            </a:pPr>
            <a:r>
              <a:rPr dirty="0" sz="550" b="1">
                <a:latin typeface="Calibri"/>
                <a:cs typeface="Calibri"/>
              </a:rPr>
              <a:t>Lack of</a:t>
            </a:r>
            <a:r>
              <a:rPr dirty="0" sz="550" spc="5" b="1">
                <a:latin typeface="Calibri"/>
                <a:cs typeface="Calibri"/>
              </a:rPr>
              <a:t> </a:t>
            </a:r>
            <a:r>
              <a:rPr dirty="0" sz="550" b="1">
                <a:latin typeface="Calibri"/>
                <a:cs typeface="Calibri"/>
              </a:rPr>
              <a:t>one of</a:t>
            </a:r>
            <a:r>
              <a:rPr dirty="0" sz="550" spc="5" b="1">
                <a:latin typeface="Calibri"/>
                <a:cs typeface="Calibri"/>
              </a:rPr>
              <a:t> </a:t>
            </a:r>
            <a:r>
              <a:rPr dirty="0" sz="550" b="1">
                <a:latin typeface="Calibri"/>
                <a:cs typeface="Calibri"/>
              </a:rPr>
              <a:t>the </a:t>
            </a:r>
            <a:r>
              <a:rPr dirty="0" sz="550" spc="-20" b="1">
                <a:latin typeface="Calibri"/>
                <a:cs typeface="Calibri"/>
              </a:rPr>
              <a:t>cage</a:t>
            </a:r>
            <a:r>
              <a:rPr dirty="0" sz="550" spc="500" b="1">
                <a:latin typeface="Calibri"/>
                <a:cs typeface="Calibri"/>
              </a:rPr>
              <a:t> </a:t>
            </a:r>
            <a:r>
              <a:rPr dirty="0" sz="550" spc="-10" b="1">
                <a:latin typeface="Calibri"/>
                <a:cs typeface="Calibri"/>
              </a:rPr>
              <a:t>wings</a:t>
            </a:r>
            <a:endParaRPr sz="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2026-08-17T02:31:53Z</dcterms:created>
  <dcterms:modified xsi:type="dcterms:W3CDTF">2026-08-17T02:31:53Z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2026-08-17T00:00:00Z</vt:filetime>
  </property>
  <property fmtid="{D5CDD505-2E9C-101B-9397-08002B2CF9AE}" pid="4" name="LastSaved">
    <vt:filetime>2026-08-17T00:00:00Z</vt:filetime>
  </property>
  <property fmtid="{D5CDD505-2E9C-101B-9397-08002B2CF9AE}" pid="5" name="Producer">
    <vt:lpwstr>3-Heights(TM) PDF Security Shell 4.8.25.2 (http://www.pdf-tools.com)</vt:lpwstr>
  </property>
</Properties>
</file>